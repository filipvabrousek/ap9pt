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W4 BMI. Navazuje na @State z minulé přednášky. Fáze 2: student zadává, ChatGPT píše, student čte a schvaluje.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Živě: napsat ParentView + ChildView, psát do TextFieldu a ukázat, že se mění Text v rodiči.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/ 0 = inf ověřeno ve Swiftu 6. U Int by dělení nulou spadlo, u Double 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TextField("kg", value: $weight, format: .number) s @State private var weight: Double? – bonus pro rychlé skupiny, ne povinná část labu.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Hodnoty ověřené ve Swiftu: 75 / (1.8 * 1.8) = 23.148…, 75 / (180 * 180) = 0.0023148…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75,5 kg při 180 cm: 75.5 / 3.24 = 23.30. Pokud agent čárku neřeší, je to přesně nález pro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Stav napříč view: @Binding a formuláře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3  ·  13. 10.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Minule stav uvnitř jednoho view. Dnes stav, který sdílí víc view.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Pyramida stavů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stav vlastní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 – rekapitulace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Problém: dítě mění rodiče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25–60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@Binding a Form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@Binding a prefix $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Section, TextField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TextField chce String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Validace a review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chyby v každém diffu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Čárka vs. tečka na vlastní oči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Živě: BMI od zadání po 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tento týden: BMI kalkulačka. Kód píše ChatGPT, vy ho čtete, testujete a schvalujete.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Pyramida stavů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Čím výš, tím víc view stav vidí – a tím hůř se hledá chyba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148840" y="1783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17830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4920" y="17830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770632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D9442C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77063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277063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3758184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1D1D2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75818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3758184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45736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3A3A5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45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@Environment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4745736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lokální, patří jednomu 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27706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 na @State rodiče – čte i zapisuje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375818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sdílený model pro víc 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8120" y="474573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vstříknutý shora celé hierarchii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Pravidlo: použijte nejmenší scope, který stačí. Globální stav je technický dluh.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@State: tři pravidla z minula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Rekapitulace – ne znovu učit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1206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CounterView: View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count = 0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Button("Tap \(count)") { count += 1 }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37960" y="181051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78040" y="1783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78040" y="21671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patří tomu view, které ho deklarovalo. Zvenčí se nastavovat nemá.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37960" y="30449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3017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hodnotové typy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34015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String, Bool, vlastní struct. Na referenční modely (class) je @Observable – W5.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427939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78040" y="4251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změna → body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78040" y="463600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změna stavu přepočítá body. Proto stav nedržte v obyčejné var.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Kontrolní otázka: proč nejde stav změnit bez @State?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 je neměnný a body se volá znovu – @State drží hodnotu mimo něj.)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Problém: dítě chce změnit stav rodiče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Rodič drží jméno, TextField je v jiném 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ParentView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name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Text("Ahoj, \(name)")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4572000" y="2834640"/>
            <a:ext cx="914400" cy="365760"/>
          </a:xfrm>
          <a:prstGeom prst="line">
            <a:avLst/>
          </a:prstGeom>
          <a:noFill/>
          <a:ln w="31750">
            <a:solidFill>
              <a:srgbClr val="FF45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77840" y="2148840"/>
            <a:ext cx="59710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22585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předám kopii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06440" y="2624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name: String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29535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Dítě dostane hodnotu. Zápis do ní nejde – a i kdyby šel, rodič se to nedozví.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914400" cy="1188720"/>
          </a:xfrm>
          <a:prstGeom prst="line">
            <a:avLst/>
          </a:prstGeom>
          <a:noFill/>
          <a:ln w="31750">
            <a:solidFill>
              <a:srgbClr val="34C75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3703320"/>
            <a:ext cx="59710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813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předám Binding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06440" y="4178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@Binding var name: String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06440" y="45079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Dítě dostane odkaz na stav rodiče. Čte ho i zapisuje, rodič se překreslí.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5778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 pravdy je jen jeden: @State v rodiči. Binding je k němu jen přístup.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@Binding v kódu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 se v dítěti, $ se píše v rodiči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92240" cy="4206240"/>
          </a:xfrm>
          <a:prstGeom prst="roundRect">
            <a:avLst>
              <a:gd name="adj" fmla="val 1304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1264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ChildView: View {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@Binding var name: String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TextField("Jméno", text: $name)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ParentView: View {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name = ""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VStack {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Text("Ahoj, \(name)")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ChildView(name: $name)   // ← $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pic>
        <p:nvPicPr>
          <p:cNvPr id="6" name="Image 0" descr="/Users/filipvabrousek/AP9PT-main/2026/slides/img/03/bi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103120"/>
            <a:ext cx="4050792" cy="16693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2103120"/>
            <a:ext cx="4050792" cy="1669356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3931920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Píšete v ChildView, mění se Text v ParentView – okamžitě.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47548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Snímek: simulátor iPhone 17 Pro, iOS 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dělá $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Stejná proměnná, dva různé typy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0" y="1828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hodnota – jen čtení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Binding&lt;String&gt;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30175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 – čtení i zápis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berou všechny ovládací prvky, které mění hodnotu: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TextField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484632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D1D2E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484632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D1D2E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84632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Stepper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484632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D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DatePicker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4080" y="484632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D1D2E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Zapomenutý $ je nejčastější chyba týdne: TextField("cm", text: heightCm) se nepřeloží.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Formuláře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Section, TextField – kostra BMI kalkulačky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Form, Section, TextField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Formulář v iOS stylu – seskupení a nadpisy zadarmo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1263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BMIView: View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heightCm = ""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weightKg = ""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Section("Výška")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TextField("cm", text: $heightCm)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.keyboardType(.decimalPad)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Section("Váha")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TextField("kg", text: $weightKg)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.keyboardType(.decimalPad)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Section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Button("Spočítej BMI") { calculate()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pic>
        <p:nvPicPr>
          <p:cNvPr id="6" name="Image 0" descr="/Users/filipvabrousek/AP9PT-main/2026/slides/img/03/bmi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783080"/>
            <a:ext cx="2743200" cy="33209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783080"/>
            <a:ext cx="2743200" cy="3320955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Simulátor iPhone 17 Pro, iOS 27, česká lokalizace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TextField chce String – číslo si musíte vyrobit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Double(_:) vrací Double?, protože převod může selhat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 = Double(heightCm)   // Double?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Double(vstup)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5148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1945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"180"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0" y="2194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180.0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880360"/>
            <a:ext cx="5148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0" y="2880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3566160"/>
            <a:ext cx="5148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5661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0" y="3566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4251960"/>
            <a:ext cx="5148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51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"75,5"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0" y="4251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řádek je past: česká klávesnice píše desetinnou čárku, Double(_:) zná jen tečku.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98348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Ověřeno: Swift 6, Double("75,5") == nil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String, a ne Double? TextField(text:) edituje text. Převod je vaše práce – a vaše chyba, když chybí.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Validace a review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hledat v diffu, než kliknete na Accept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chyby, které hledáte v každém diffu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se přeloží. Dvě z nich projdou i rychlým klikáním.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Force-unwrap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2971800" cy="640080"/>
          </a:xfrm>
          <a:prstGeom prst="roundRect">
            <a:avLst>
              <a:gd name="adj" fmla="val 7143"/>
            </a:avLst>
          </a:prstGeom>
          <a:solidFill>
            <a:srgbClr val="12121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Double(heightCm)!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vstupu „abc“ app spadne. ! v diffu je vždycky otázka na review.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3" name="Text 11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0096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745736" y="2697480"/>
            <a:ext cx="2971800" cy="640080"/>
          </a:xfrm>
          <a:prstGeom prst="roundRect">
            <a:avLst>
              <a:gd name="adj" fmla="val 7143"/>
            </a:avLst>
          </a:prstGeom>
          <a:solidFill>
            <a:srgbClr val="12121C"/>
          </a:solidFill>
          <a:ln/>
        </p:spPr>
      </p:sp>
      <p:sp>
        <p:nvSpPr>
          <p:cNvPr id="16" name="Text 14"/>
          <p:cNvSpPr/>
          <p:nvPr/>
        </p:nvSpPr>
        <p:spPr>
          <a:xfrm>
            <a:off x="4882896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/ 0  →  inf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45736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Dělení nulou v Double nespadne – vrátí nekonečno a to se zobrazí jako výsledek.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0" name="Text 18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71432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Čárka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77072" y="2697480"/>
            <a:ext cx="2971800" cy="640080"/>
          </a:xfrm>
          <a:prstGeom prst="roundRect">
            <a:avLst>
              <a:gd name="adj" fmla="val 7143"/>
            </a:avLst>
          </a:prstGeom>
          <a:solidFill>
            <a:srgbClr val="12121C"/>
          </a:solidFill>
          <a:ln/>
        </p:spPr>
      </p:sp>
      <p:sp>
        <p:nvSpPr>
          <p:cNvPr id="23" name="Text 21"/>
          <p:cNvSpPr/>
          <p:nvPr/>
        </p:nvSpPr>
        <p:spPr>
          <a:xfrm>
            <a:off x="8714232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Double("75,5")  →  nil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77072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Česká klávesnice, správné číslo, a přesto „Neplatný vstup“.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Čtvrtá chyba nebývá v kódu, ale v zadání: vzorec. Viz za chvíli.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Místo ! použijte guard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guard ošetří všechny tři neplatné vstupy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 agent občas napíše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2514600"/>
          </a:xfrm>
          <a:prstGeom prst="roundRect">
            <a:avLst>
              <a:gd name="adj" fmla="val 2182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86584"/>
            <a:ext cx="49377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calculate()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 = Double(heightCm)!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w = Double(weightKg)!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 = h / 100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"BMI: \(w / (m * m))"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„abc“ → pád.  „0“ → inf.  „75,5“ → pád.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 chcete schválit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28232" y="2240280"/>
            <a:ext cx="5303520" cy="2514600"/>
          </a:xfrm>
          <a:prstGeom prst="roundRect">
            <a:avLst>
              <a:gd name="adj" fmla="val 2182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2386584"/>
            <a:ext cx="49377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calculate()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 let h = Double(heightCm),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let w = Double(weightKg),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 &gt; 0, w &gt; 0 else 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"Neplatný vstup"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 = h / 100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"BMI: \(w / (m * m))"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28232" y="4892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Prázdné, písmena i nula skončí v else. Čárka zatím taky – to řeší další slide.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pro review: každý ! v diffu musíte umět obhájit. Jinak diff vracíte.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Čárka na vlastní oči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Stejný kód, česká lokalizace, jeden rozdíl ve vstupu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29457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váha: 75</a:t>
            </a:r>
            <a:endParaRPr lang="en-US" sz="1400" dirty="0"/>
          </a:p>
        </p:txBody>
      </p:sp>
      <p:pic>
        <p:nvPicPr>
          <p:cNvPr id="5" name="Image 0" descr="/Users/filipvabrousek/AP9PT-main/2026/slides/img/03/bmi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2945746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2945746" cy="3566160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51586" y="1600200"/>
            <a:ext cx="29457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váha: 75,5</a:t>
            </a:r>
            <a:endParaRPr lang="en-US" sz="1400" dirty="0"/>
          </a:p>
        </p:txBody>
      </p:sp>
      <p:pic>
        <p:nvPicPr>
          <p:cNvPr id="8" name="Image 1" descr="/Users/filipvabrousek/AP9PT-main/2026/slides/img/03/bmiCom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586" y="1965960"/>
            <a:ext cx="2945746" cy="3566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51586" y="1965960"/>
            <a:ext cx="2945746" cy="3566160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263092" y="1965960"/>
            <a:ext cx="42885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vypíše výsledek s čárkou (23,15) – a čárku ve vstupu sama nepřečte.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263092" y="3246120"/>
            <a:ext cx="42885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Dvě opravy: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263092" y="3611880"/>
            <a:ext cx="428852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Před převodem nahradit čárku tečkou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(replacingOccurrences, jak radí lab).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Lépe: TextField s value: a format: .number – převod podle lokalizace udělá SwiftUI.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5623560"/>
            <a:ext cx="6257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Snímek: simulátor iPhone 17 Pro, iOS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Chyba, kterou kompilátor ani validace nechytí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Vzorec. Obě verze se přeloží a obě něco vrátí.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výška v metrech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4663440" cy="640080"/>
          </a:xfrm>
          <a:prstGeom prst="roundRect">
            <a:avLst>
              <a:gd name="adj" fmla="val 7143"/>
            </a:avLst>
          </a:prstGeom>
          <a:solidFill>
            <a:srgbClr val="12121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14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/ ((h / 100) * (h / 100))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cm, 75 kg  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23,15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428232" y="17830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48272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výška v centimetrech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48272" y="2514600"/>
            <a:ext cx="4663440" cy="640080"/>
          </a:xfrm>
          <a:prstGeom prst="roundRect">
            <a:avLst>
              <a:gd name="adj" fmla="val 7143"/>
            </a:avLst>
          </a:prstGeom>
          <a:solidFill>
            <a:srgbClr val="12121C"/>
          </a:solidFill>
          <a:ln/>
        </p:spPr>
      </p:sp>
      <p:sp>
        <p:nvSpPr>
          <p:cNvPr id="13" name="Text 11"/>
          <p:cNvSpPr/>
          <p:nvPr/>
        </p:nvSpPr>
        <p:spPr>
          <a:xfrm>
            <a:off x="6885432" y="2514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/ (h * h)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8272" y="3520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cm, 75 kg  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79992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0,0023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Jediná obrana je testovací případ se známým výsledkem. Patří do zadání, ne až do review.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„Funguje to“ znamená: vrátilo to správné číslo pro vstup, jehož výsledek znáte předem.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Zadání, které chybám předejde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věta v zadání zavírá jednu chybu z dnešní hodiny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4008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ContentView build a BMI calculator.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Form with two TextFields (height cm,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kg), both bound to String @State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 A 'Spočítej' button computes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BMI and stores it in @State result: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String?. Validate: both inputs must be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 as Double, otherwise result =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'Neplatný vstup'. Use Double(_:)? – no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force-unwrap. Accept a comma as the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separator. Test case: 180 cm,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kg must give 23.15.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26680" y="1828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17830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 to String @State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21122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správné $ a vlastnictví stavu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261518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5694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 … otherwise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28986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nula a prázdný vstup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26680" y="34015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355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force-unwrap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36850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pád na „abc“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26680" y="41879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4142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 as separator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44714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česká klávesnice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726680" y="497433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4928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case … 23.15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52578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chyba ve vzorci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vychází z plánu přednášky; čárka a testovací případ jsou dnešní doplněk.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Živě: BMI od zadání po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ze slidu předtím dostane ChatGPT in Xcode. Diff čteme společně.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schválíme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tam někde Double(…)! 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62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Kontroluje &gt; 0 před výpočtem, nebo po?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838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4838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Dělí výšku stovkou před umocněním?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1056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@State private?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7274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27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 TextField text: $… 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 naklikat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37960" y="2240280"/>
            <a:ext cx="50109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/ 75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BMI 23,15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2862072"/>
            <a:ext cx="50109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862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/ abc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0" y="2862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Neplatný vstup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37960" y="3483864"/>
            <a:ext cx="50109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4838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/ 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78240" y="3483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Neplatný vstup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37960" y="4105656"/>
            <a:ext cx="50109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105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/ 75,5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0" y="41056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BMI 23,30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37960" y="4727448"/>
            <a:ext cx="50109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727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prázdné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0" y="4727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Neplatný vstup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diff nesedí: Esc, zpřesnit zadání, vygenerovat znovu. Ručně neopravujeme.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tento týden: BMI kalkulačka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 kroků, každý končí checkpointem v simulátoru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Kostra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783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dvě Section, TextField se $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Výpočet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5877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Double(_:)?, guard, žádné !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39242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podváha, norma, nadváha, obezita + barvy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Refaktor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419709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BMIInputView s @Binding, stav zůstane v rodiči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Rozšíření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00400" y="50017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reset, ideální váha, nebo @AppStorage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Odevzdání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lab-04-done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LAB-04-NOTES.md: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vaše zadání z kroků 1–3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 ChatGPT ve validaci udělal jinak než vy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proč je refaktor lepší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 vás překvapilo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testu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Pyramida: @State → @Binding → @Observable → @Environment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@Binding = odkaz na cizí @State, čte i zapisuje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$name je Binding&lt;String&gt;, name je String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Section, TextField, .decimalPad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Double(_:) vrací Double? – guard, ne !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Testovací případ se známým výsledkem patří do zadání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Příště · W5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app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Stav, který sdílí celá app: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@Observable model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ForEach, swipe-to-delete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pro přidání položky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 a z komunity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Binding – dokumentace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developer.apple.com/documentation/swiftui/binding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State a Managing user interface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585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developer.apple.com/documentation/swiftui/managing-…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340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TextField (včetně value: format:)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0954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developer.apple.com/documentation/swiftui/textfield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Section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developer.apple.com/documentation/swiftui/section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WWDC20: Data Essentials in SwiftUI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developer.apple.com/videos/play/wwdc2020/10040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Swift Programming Language: Optional Chaining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3600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docs.swift.org/swift-book/…/optionalchaining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Hudson: 100 Days of SwiftUI (WeSplit, BetterRest)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51114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hackingwithswift.com/100/swiftui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Snímky: simulátor iPhone 17 Pro, iOS 27, česká lokalizace. Výpočty ověřené ve Swiftu 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@Binding a formuláře</dc:title>
  <dc:subject>PptxGenJS Presentation</dc:subject>
  <dc:creator>Filip Vabroušek</dc:creator>
  <cp:lastModifiedBy>Filip Vabroušek</cp:lastModifiedBy>
  <cp:revision>1</cp:revision>
  <dcterms:created xsi:type="dcterms:W3CDTF">2026-10-06T08:38:34Z</dcterms:created>
  <dcterms:modified xsi:type="dcterms:W3CDTF">2026-10-06T08:38:34Z</dcterms:modified>
</cp:coreProperties>
</file>