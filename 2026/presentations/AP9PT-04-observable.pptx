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týdne 6 (TODO). Poslední přednáška Fáze 2. Fáze 3 začíná v týdnu 7 (Weather). Kvízy v semestru nejsou.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Bod 4 je ověřený: referenční kód code/W05-TODO/TodoModel.swift má jen import Foundation a v novém projektu z Xcode 27 se nepřeloží (remove(atOffsets:) bez import SwiftUI). Dobrý příklad, proč číst i importy.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Odpověď: @Bindable var model: TodoModel, pak TextField("…", text: $model.draftTitle).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Referenční kód (code/W05-TODO/AddTodoView.swift) ořezává mezery: trimmingCharacters(in: .whitespaces) v guardu i v .disabled. Na slidu je to schválně vynechané.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Kvízy v semestru nejsou (rozhodnuto 12. 10.).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937760" cy="4937760"/>
          </a:xfrm>
          <a:prstGeom prst="ellipse">
            <a:avLst/>
          </a:prstGeom>
          <a:solidFill>
            <a:srgbClr val="F0513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2926080" cy="2926080"/>
          </a:xfrm>
          <a:prstGeom prst="ellipse">
            <a:avLst/>
          </a:prstGeom>
          <a:solidFill>
            <a:srgbClr val="F0513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AP9PT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31272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Sdílený stav: @Observable, seznamy a sheet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37673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Pokročilé mobilní technologie  ·  FAI UTB  ·  ZS 2026/2027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 Vabroušek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4  ·  20. 10.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Dnešní plán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Minule stav sdílený mezi rodičem a dítětem. Dnes stav, který sdílí celá app.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0–25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Sdílený model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nestačí @State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@Observable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 model vlastní a kdo ho dostane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71416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45736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2" name="Text 10"/>
          <p:cNvSpPr/>
          <p:nvPr/>
        </p:nvSpPr>
        <p:spPr>
          <a:xfrm>
            <a:off x="474573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0096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25–55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45736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Seznam a sheet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45736" y="32004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ForEach, mazání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pro přidání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a dismiss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02752" y="178308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77072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8" name="Text 16"/>
          <p:cNvSpPr/>
          <p:nvPr/>
        </p:nvSpPr>
        <p:spPr>
          <a:xfrm>
            <a:off x="85770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71432" y="2103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55–90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77072" y="2651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a migrace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77072" y="32004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Tichá chyba ve filtrovaném seznamu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Staré API v diffu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Živě: TODO od zadání po review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Poslední přednáška Fáze 2. Od týdne 7 píše agent celé aplikace a vy je ověřujete.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nestačí @State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Seznam vidí víc obrazovek – a každá by měla vlastní kopii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D1D2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TodoListView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 var items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19202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1D1D2E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AddTodoView (sheet)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488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 var items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210312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Přidáte úkol v sheetu – a v seznamu nic. Dvě nezávislá pole, žádný zdroj pravdy.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66760" y="1920240"/>
            <a:ext cx="3182112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2057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jeden model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95360" y="251460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TodoModel drží seznam.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Obě obrazovky pracují se stejnou instancí.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1206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Seznam úkolů je data aplikace, ne stav jednoho view. Patří do modelu.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@Observable: model, který SwiftUI sleduje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Obyčejná třída + jedno makro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309360" cy="4206240"/>
          </a:xfrm>
          <a:prstGeom prst="roundRect">
            <a:avLst>
              <a:gd name="adj" fmla="val 1304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5943600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SwiftUI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@Observable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class TodoModel {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items: [TodoItem] = []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pendingCount: Int {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items.filter { !$0.isDone }.count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 add(_ item: TodoItem) {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items.insert(item, at: 0)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 remove(at offsets: IndexSet) {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items.remove(atOffsets: offsets)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80136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726948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63840" y="17830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@Observable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0" y="21488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sleduje každou vlastnost zvlášť. View se překreslí, jen když se změní to, co čte.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69480" y="287121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726948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863840" y="28529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žádné @Published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0" y="321868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Stačí obyčejné var. Makro dopíše sledování za vás.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69480" y="394106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63840" y="392277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class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0" y="4288536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je referenční typ: všechna view sdílí jednu instanci.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69480" y="501091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63840" y="499262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SwiftUI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63840" y="5358384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remove(atOffsets:) je rozšíření ze SwiftUI. V novém projektu bez importu neprojde.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Kdo model vlastní a kdo ho jen dostane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role, tři zápisy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vlastník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931920" y="1920240"/>
            <a:ext cx="7406640" cy="457200"/>
          </a:xfrm>
          <a:prstGeom prst="roundRect">
            <a:avLst>
              <a:gd name="adj" fmla="val 10000"/>
            </a:avLst>
          </a:prstGeom>
          <a:solidFill>
            <a:srgbClr val="12121C"/>
          </a:solidFill>
          <a:ln/>
        </p:spPr>
      </p:sp>
      <p:sp>
        <p:nvSpPr>
          <p:cNvPr id="9" name="Text 7"/>
          <p:cNvSpPr/>
          <p:nvPr/>
        </p:nvSpPr>
        <p:spPr>
          <a:xfrm>
            <a:off x="4069080" y="19202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 private var model = TodoModel()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244144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Vytvoří model a drží ho po celou dobu života view. Ano, @State – i pro třídu.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47472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dítě, které mění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931920" y="3246120"/>
            <a:ext cx="7406640" cy="457200"/>
          </a:xfrm>
          <a:prstGeom prst="roundRect">
            <a:avLst>
              <a:gd name="adj" fmla="val 10000"/>
            </a:avLst>
          </a:prstGeom>
          <a:solidFill>
            <a:srgbClr val="12121C"/>
          </a:solidFill>
          <a:ln/>
        </p:spPr>
      </p:sp>
      <p:sp>
        <p:nvSpPr>
          <p:cNvPr id="16" name="Text 14"/>
          <p:cNvSpPr/>
          <p:nvPr/>
        </p:nvSpPr>
        <p:spPr>
          <a:xfrm>
            <a:off x="4069080" y="32461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@Bindable var model: TodoModel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376732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Dostane model od rodiče a potřebuje $model.něco pro TextField nebo Toggle.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434840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48006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4572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kdokoli níž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931920" y="4572000"/>
            <a:ext cx="7406640" cy="457200"/>
          </a:xfrm>
          <a:prstGeom prst="roundRect">
            <a:avLst>
              <a:gd name="adj" fmla="val 10000"/>
            </a:avLst>
          </a:prstGeom>
          <a:solidFill>
            <a:srgbClr val="12121C"/>
          </a:solidFill>
          <a:ln/>
        </p:spPr>
      </p:sp>
      <p:sp>
        <p:nvSpPr>
          <p:cNvPr id="23" name="Text 21"/>
          <p:cNvSpPr/>
          <p:nvPr/>
        </p:nvSpPr>
        <p:spPr>
          <a:xfrm>
            <a:off x="4069080" y="45720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@Environment(TodoModel.self) private var model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50932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Rodič zavolá .environment(model) a model je dostupný v celé hierarchii pod ním.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Pravidlo z minula platí dál: nejmenší scope, který stačí. Environment jen pro to, co opravdu potřebuje celá app.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@Binding vs. @Bindable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Podobná jména, jiná práce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@Binding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60120" y="2560320"/>
            <a:ext cx="4663440" cy="548640"/>
          </a:xfrm>
          <a:prstGeom prst="roundRect">
            <a:avLst>
              <a:gd name="adj" fmla="val 8333"/>
            </a:avLst>
          </a:prstGeom>
          <a:solidFill>
            <a:srgbClr val="12121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560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@Binding var name: String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2918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Odkaz na jednu hodnotu (String, Int, Bool) z cizího @State.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Znáte z BMI kalkulačky.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28232" y="178308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48272" y="1965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@Bindable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748272" y="2560320"/>
            <a:ext cx="4663440" cy="548640"/>
          </a:xfrm>
          <a:prstGeom prst="roundRect">
            <a:avLst>
              <a:gd name="adj" fmla="val 8333"/>
            </a:avLst>
          </a:prstGeom>
          <a:solidFill>
            <a:srgbClr val="12121C"/>
          </a:solidFill>
          <a:ln/>
        </p:spPr>
      </p:sp>
      <p:sp>
        <p:nvSpPr>
          <p:cNvPr id="12" name="Text 10"/>
          <p:cNvSpPr/>
          <p:nvPr/>
        </p:nvSpPr>
        <p:spPr>
          <a:xfrm>
            <a:off x="6885432" y="2560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@Bindable var model: TodoModel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48272" y="329184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Dovolí udělat $model.title z @Observable třídy.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sám si nesete, $ potřebujete jen pro prvky, které zapisují.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3492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3492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Kontrolní otázka: v AddTodoView chci TextField na model.draftTitle. Co napíšu nad model?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Seznam a sheet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ForEach, mazání tažením a přidání přes sheet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List, ForEach a mazání tažením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onDelete patří na ForEach, ne na List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949440" cy="3566160"/>
          </a:xfrm>
          <a:prstGeom prst="roundRect">
            <a:avLst>
              <a:gd name="adj" fmla="val 1538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58368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{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ForEach(model.items) { item in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TodoRowView(item: item) {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model.toggle(item.id)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.onDelete { offsets in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model.remove(at: offsets)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.navigationTitle("Úkoly (\(model.pendingCount))")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54864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potřebuje Identifiable: TodoItem má id: UUID. Jinak SwiftUI nepozná, který řádek je který.</a:t>
            </a:r>
            <a:endParaRPr lang="en-US" sz="1400" dirty="0"/>
          </a:p>
        </p:txBody>
      </p:sp>
      <p:pic>
        <p:nvPicPr>
          <p:cNvPr id="7" name="Image 0" descr="/Users/filipvabrousek/AP9PT-main/2026/slides/img/04/todo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600200"/>
            <a:ext cx="2834640" cy="37607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0" y="1600200"/>
            <a:ext cx="2834640" cy="3760716"/>
          </a:xfrm>
          <a:prstGeom prst="rect">
            <a:avLst/>
          </a:prstGeom>
          <a:ln w="12700">
            <a:solidFill>
              <a:srgbClr val="C7C7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0" y="54340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Snímek: simulátor iPhone 17 Pro, iOS 27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Sheet pro přidání úkolu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ve stavu rodiče řídí, jestli je sheet otevřený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949440" cy="3108960"/>
          </a:xfrm>
          <a:prstGeom prst="roundRect">
            <a:avLst>
              <a:gd name="adj" fmla="val 1765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58368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 private var showAdd = false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.toolbar {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Button("Plus", systemImage: "plus") {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showAdd = true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.sheet(isPresented: $showAdd) {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AddTodoView { newItem in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model.add(newItem)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.sheet(isPresented:) dostane Binding – $ už znáte z minula. Sheet nastaví showAdd zpátky na false, když ho uživatel stáhne dolů.</a:t>
            </a:r>
            <a:endParaRPr lang="en-US" sz="1400" dirty="0"/>
          </a:p>
        </p:txBody>
      </p:sp>
      <p:pic>
        <p:nvPicPr>
          <p:cNvPr id="7" name="Image 0" descr="/Users/filipvabrousek/AP9PT-main/2026/slides/img/04/todo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783080"/>
            <a:ext cx="3291840" cy="27295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83880" y="1783080"/>
            <a:ext cx="3291840" cy="2729552"/>
          </a:xfrm>
          <a:prstGeom prst="rect">
            <a:avLst/>
          </a:prstGeom>
          <a:ln w="12700">
            <a:solidFill>
              <a:srgbClr val="C7C7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83880" y="4585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Snímek: simulátor iPhone 17 Pro, iOS 27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sheet vrátí nový úkol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ven, dismiss pro zavření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949440" cy="3931920"/>
          </a:xfrm>
          <a:prstGeom prst="roundRect">
            <a:avLst>
              <a:gd name="adj" fmla="val 1395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58368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AddTodoView: View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onAdd: (TodoItem) -&gt; Void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@State private var title = ""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@Environment(\.dismiss) private var dismiss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View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TextField("Titulek", text: $title)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Button("Přidat")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onAdd(TodoItem(title: title))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dismiss()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.disabled(title.isEmpty)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909560" y="18288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79095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0" y="1828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onAdd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0" y="221284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nezná model. Jen vrátí nový úkol tomu, kdo ho otevřel.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09560" y="3154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0392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dismiss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03920" y="353872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Zavře sheet zevnitř. Rodič nemusí nic hlídat.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09560" y="448056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0" y="4480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 title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03920" y="486460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Rozepsaný text je lokální stav sheetu – do modelu patří až hotový úkol.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8521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otázka: co když uživatel zadá jen mezery?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a migrace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Chyba, kterou kompilátor ani klikání po jednom nenajde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Tichá chyba: mazání ve filtrovaném seznamu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krok 5 přidá filtr Vše / Aktivní / Hotové – a s ním tuhle past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vypadá správně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03520" cy="2377440"/>
          </a:xfrm>
          <a:prstGeom prst="roundRect">
            <a:avLst>
              <a:gd name="adj" fmla="val 2308"/>
            </a:avLst>
          </a:prstGeom>
          <a:solidFill>
            <a:srgbClr val="12121C"/>
          </a:solidFill>
          <a:ln w="25400">
            <a:solidFill>
              <a:srgbClr val="FF4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86584"/>
            <a:ext cx="493776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ForEach(filteredItems) { …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.onDelete { offsets in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model.remove(at: offsets)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offsets jsou indexy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 FILTROVANÉM seznamu,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remove je použije na CELÝ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28232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 chcete schválit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28232" y="2240280"/>
            <a:ext cx="5303520" cy="2377440"/>
          </a:xfrm>
          <a:prstGeom prst="roundRect">
            <a:avLst>
              <a:gd name="adj" fmla="val 2308"/>
            </a:avLst>
          </a:prstGeom>
          <a:solidFill>
            <a:srgbClr val="12121C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2386584"/>
            <a:ext cx="493776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.onDelete { offsets in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ids = offsets.map {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filteredItems[$0].id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model.items.removeAll {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ids.contains($0.id)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28232" y="4754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Mažte podle id, ne podle pozice.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7548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filtru „Vše“ se obě verze chovají stejně. Proto to rychlé klikání neodhalí.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který to chytí: přepnout na Hotové a smazat první řádek.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vlastní oči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 Hotové, smažu první řádek – „Odevzdat lab 04“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Hotové: mažu první řádek</a:t>
            </a:r>
            <a:endParaRPr lang="en-US" sz="1300" dirty="0"/>
          </a:p>
        </p:txBody>
      </p:sp>
      <p:pic>
        <p:nvPicPr>
          <p:cNvPr id="5" name="Image 0" descr="/Users/filipvabrousek/AP9PT-main/2026/slides/img/04/naive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2743200" cy="36394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20240"/>
            <a:ext cx="2743200" cy="3639403"/>
          </a:xfrm>
          <a:prstGeom prst="rect">
            <a:avLst/>
          </a:prstGeom>
          <a:ln w="12700">
            <a:solidFill>
              <a:srgbClr val="C7C7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79476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Vše: co se smazalo?</a:t>
            </a:r>
            <a:endParaRPr lang="en-US" sz="1300" dirty="0"/>
          </a:p>
        </p:txBody>
      </p:sp>
      <p:pic>
        <p:nvPicPr>
          <p:cNvPr id="8" name="Image 1" descr="/Users/filipvabrousek/AP9PT-main/2026/slides/img/04/naive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920240"/>
            <a:ext cx="2743200" cy="363940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794760" y="1920240"/>
            <a:ext cx="2743200" cy="3639403"/>
          </a:xfrm>
          <a:prstGeom prst="rect">
            <a:avLst/>
          </a:prstGeom>
          <a:ln w="12700">
            <a:solidFill>
              <a:srgbClr val="C7C7C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949440" y="1920240"/>
            <a:ext cx="4602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Smazalo se „Koupit mléko“ – první položka celého seznamu.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949440" y="2926080"/>
            <a:ext cx="46021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„Odevzdat lab 04“ v seznamu zůstalo.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Počet nesplněných klesl ze 2 na 1, takže to i vypadá, že se něco smazalo.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Kompilátor nic nehlásí, app nespadne.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5632795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Simulátor iPhone 17 Pro, iOS 27 – mazání provedené naivním kódem z předchozího slidu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Staré API v diffu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Starý způsob dál funguje – ale v novém kódu ho nechceme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starší zápis (do iOS 16)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dnes (iOS 17+)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Model: ObservableObject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20574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26480" y="2057400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12121C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05740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@Observable class Model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34056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3405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@Published var x = 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273405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26480" y="2734056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12121C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73405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x = 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10712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107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@StateObject var model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0" y="341071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26480" y="3410712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12121C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41071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 private var model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087368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08736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@ObservedObject var model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40873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26480" y="4087368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12121C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08736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@Bindable var model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764024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76402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@EnvironmentObject var model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60720" y="476402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126480" y="4764024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12121C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476402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@Environment(Model.self) private var model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56235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56235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občas sáhne po starém zápisu, protože ho viděl v tisících starších projektů. Pak: „Rewrite to the @Observable macro for iOS 17+.“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Živě: TODO od zadání po review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promítáno. Diff čteme společně.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852160" cy="3840480"/>
          </a:xfrm>
          <a:prstGeom prst="roundRect">
            <a:avLst>
              <a:gd name="adj" fmla="val 1429"/>
            </a:avLst>
          </a:prstGeom>
          <a:solidFill>
            <a:srgbClr val="12121C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548640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TodoModel as an @Observable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class. Properties: items: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[TodoItem] (struct with id UUID, title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String, isDone Bool). Methods: add(_),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toggle(_ id), remove(at offsets: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IndexSet). TodoListView has @State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model, List with ForEach + onDelete,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toolbar 'plus' opens a sheet with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AddTodoView. AddTodoView is a form with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TextField and a 'Přidat' button that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the new TodoItem to the parent</a:t>
            </a:r>
            <a:endParaRPr lang="en-US" sz="115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 callback.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122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Než schválíme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12280" y="22402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06640" y="2240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@Observable, nebo ObservableObject?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12280" y="280720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06640" y="28072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@State na modelu, nebo @StateObject?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12280" y="337413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640" y="337413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onDelete na ForEach?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12280" y="394106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06640" y="394106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na seznamu, ne uvnitř řádku?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812280" y="450799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06640" y="45079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 model import SwiftUI?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812280" y="507492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0664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Prázdný titulek se nedá přidat?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naklikat: přidat, odškrtnout, smazat – a jednou zkusit prázdný titulek.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F0513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týdne 7: Fáze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píše celou aplikaci. Vy ji ověřujete.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29184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dosud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týdne 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91840" y="2377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vět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0" y="23774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stránka s akceptačními kritérii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3035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řádků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30358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~200–500 řádků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69417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 píše kód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36941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 + Claude Code po krocích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369417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– živě na plátně, kód přes GitHub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3525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se hodnotí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43525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že to funguje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435254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zadání, důkaz o ověření, review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10911535" cy="822960"/>
          </a:xfrm>
          <a:prstGeom prst="roundRect">
            <a:avLst>
              <a:gd name="adj" fmla="val 8889"/>
            </a:avLst>
          </a:prstGeom>
          <a:solidFill>
            <a:srgbClr val="2A2A3D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257800"/>
            <a:ext cx="10271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3 začíná v týdnu 7 aplikací Weather: zadání na 1 stránku, agent píše celou aplikaci, vy ji testujete a opravujete.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příští týden: TODO aplikace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zatím jen v paměti – ukládání přijde s SwiftData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0" y="17830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TodoItem + @Observable TodoModel, počet nesplněných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587752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587752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Seznam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258775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ForEach, mazání tažením, + v toolbaru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50215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92424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Řádek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17520" y="339242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odškrtnutí s animací, přeškrtnutí, „před 2 min“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197096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30682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197096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Sheet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17520" y="419709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formulář, Přidat zakázané pro prázdný titulek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001768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11149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0017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017520" y="50017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 / Aktivní / Hotové – a test mazání v Hotové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955280" y="1783080"/>
            <a:ext cx="3593592" cy="3904488"/>
          </a:xfrm>
          <a:prstGeom prst="roundRect">
            <a:avLst>
              <a:gd name="adj" fmla="val 2036"/>
            </a:avLst>
          </a:prstGeom>
          <a:solidFill>
            <a:srgbClr val="1D1D2E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Odevzdání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0" y="23774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 lab-05-done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LAB-05-NOTES.md: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vaše zadání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kde agent použil staré API (pokud)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jak jste otestovali mazání ve filtru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 vás překvapilo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odnést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 přijde příště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zapamatovat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05840" y="264261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51460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@Observable: model sledovaný po vlastnostech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05840" y="319125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06324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Vlastník @State → dítě @Bindable → @Environment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05840" y="373989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61188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@Binding (hodnota) vs. @Bindable (model)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05840" y="428853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16052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ForEach, .onDelete na ForEach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005840" y="483717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70916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.sheet(isPresented:), callback, dismiss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005840" y="538581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525780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filtrovaném seznamu mazat podle id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498080" y="1783080"/>
            <a:ext cx="4050792" cy="4206240"/>
          </a:xfrm>
          <a:prstGeom prst="roundRect">
            <a:avLst>
              <a:gd name="adj" fmla="val 1806"/>
            </a:avLst>
          </a:prstGeom>
          <a:solidFill>
            <a:srgbClr val="1D1D2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Příští přednáška · 20. 10.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2377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Síť a async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772400" y="30632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Síť a concurrency: async/await, Codable, data z API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TODO aplikace – sdílení dat mezi views ručně, aplikace od agenta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Zdroje a další čtení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Všechno zdarma, od Applu a z komunity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WWDC23: Discover Observation in SwiftUI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0" y="178308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developer.apple.com/videos/play/wwdc2023/10149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22585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Migrating from ObservableObject to @Observable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225856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developer.apple.com/documentation/swiftui/migrating-…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73405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Observation (framework)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273405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developer.apple.com/documentation/observation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20954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Bindable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209544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developer.apple.com/documentation/swiftui/bindable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68503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List a onDelete(perform:)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368503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developer.apple.com/documentation/swiftui/list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sheet(isPresented:onDismiss:content:)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416052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developer.apple.com/documentation/swiftui/view/sheet(…)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6360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dismiss (EnvironmentValues)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463600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developer.apple.com/documentation/swiftui/environmentvalues/dismiss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511149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Hudson: 100 Days of SwiftUI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511149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hackingwithswift.com/100/swiftui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Snímky: simulátor iPhone 17 Pro, iOS 27, česká lokalizace. Kód odpovídá referenčnímu řešení code/W05-TODO.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AP9PT – @Observable a seznamy</dc:title>
  <dc:subject>PptxGenJS Presentation</dc:subject>
  <dc:creator>Filip Vabroušek</dc:creator>
  <cp:lastModifiedBy>Filip Vabroušek</cp:lastModifiedBy>
  <cp:revision>1</cp:revision>
  <dcterms:created xsi:type="dcterms:W3CDTF">2026-10-13T15:50:35Z</dcterms:created>
  <dcterms:modified xsi:type="dcterms:W3CDTF">2026-10-13T15:50:35Z</dcterms:modified>
</cp:coreProperties>
</file>