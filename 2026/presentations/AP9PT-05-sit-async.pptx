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Připravuje lab týdne 7: Weather Dashboard – první plné PRD → agent → akceptační test → oprava → review. Ručně celá třída: načtení seznamu úkolů z JSONPlaceholder. Concurrency (původně W2) dohoníme dnes, tam, kde ji poprvé opravdu potřebujete – na síti. Kvízy v semestru nejsou.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Časy pro 95 min. Concurrency jsme v září odložili – dnes ji doženeme na síti. Úvodní otázka: kdo už někdy viděl aplikaci, která ukazuje prázdnou obrazovku a žádnou chybu?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Vrstvy: URLSession je součást Foundation, pod ní CFNetwork – obojí ve vrstvě Core Services. SwiftUI nahoře nic o síti neví. Z MVC: Model odpovídá za data – networking, persistence, parsing. Ve SwiftUI to je @Observable store, View jen čte stav a spouští načtení.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„Před/po“ jen ukázat, nepřepisovat. Klíčová věta: async = může pauzovat, await = počkej. Funkce se nestane async ani throws dodatečně – musí se to napsat do signatury.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Napsat živě do Weather-Demo jako tělo async throws funkce. FetchError = enum FetchError: Error { case badStatus }. Celá URL je na slidu v komentáři kvůli šířce – forecastURL je jeden řetězec. Vykřičník u URL(string:) s literálem je přijatelný: řetězec píšeme my a známe ho. Typecheck: Swift 6.4, macOS 26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Opakování Swiftu: Optional může obsahovat nil; force unwrap (!) na nil = runtime pád. Optional binding a guard let jsou bezpečné. Pro síť: do/try/catch, nebo try? – to ale chybu zahodí. Otázka do třídy: co uvidí uživatel, když agent napíše try? (Nic.)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Vedle v terminálu curl na stejnou URL – ukázat, že klíče sedí 1:1. Hodnoty v JSON ukázce jsou ilustrační.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Záměrná chyba: přejmenovat current → current_weather, spustit, decode selže. Kompilátor mlčí. Příběh z labu (test z července 2026): app četla starý tvar current_weather, karta prázdná, nikde chyba. convertFromSnakeCase ověřeno: {"temperature_2m": 12.5} se dekóduje do temperature2M, temperature2m zůstane nil.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píše na cvičení celá třída ručně, bez agenta. Store je @MainActor, aby se todos měnilo na hlavním vlákně – Swift 6 to jinak hlásí. Status code tu schválně chybí: otázka pro třídu, co se stane při 404 (decode selže s nečitelnou hláškou). Hlavní bod: catch, který jen tiskne, je tichá chyba – vypadá jako ošetřená, ale uživatel nevidí nic. Typecheck: Swift 6.4, -swift-version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Napsat WeatherView: tři @State (weather, error, isLoading), if/else if, .task, defer. Zbytek load(): do { weather = try await fetchWeather(for: city) } catch { self.error = error.localizedDescription }. Bez .task(id:) se nové město nenačte – častá chyba v labu.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Sekvenčně: let a = try await …; let b = try await … – druhý čeká na první. Plná loadAll(cities:) s withTaskGroup je v lecture plánu 08 a v code/W08-Weather – na slidu zkráceně (výsledky sbírá for await (city, weather) in group). 🖥 Ze zálohy ukázat refreshAll() s print rozdílu Date(). Všechny snippety typecheck Swift 6.4.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Napsat WeatherError z plánu 08. Referenční klient (code/W08-Weather/OpenMeteoClient.swift) mapuje chybu decode na WeatherError.decoding. Pokud iMacy v učebně nejdou odpojit od sítě, náhradní postup = neplatný host v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 koncept, 7–8 minut. Proto i TodoStore na ručním příkladu má @MainActor: stav UI patří na hlavní vlákno.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Limity Open-Meteo pro nekomerční použití: ověřit v docs před labem – celá učebna jde z jedné IP. Žádné číslo limitu na slidu schválně.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Ukázka zkráceného PRD – plné PRD na 1 stránku s akceptačními kritérii píšete na cvičení. Kód přijde přes GitHub, generuje se živě.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Síť a concurrency: async/await, Codable, data z API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5  ·  20. 10.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Poprvé data, která nejsou ve vaší aplikaci: přijdou po síti, pozdě – nebo vůbec.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 a JSON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síť v systému žije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→ async/await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URLSession, status, Codable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Tichá chyba v klíči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35–65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 a paralelně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 patří do modelu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Ručně: úkoly z JSONPlaceholder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stavy a .task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let a TaskGroup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Chyby a review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 Error, try? mlčí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 Sendable (koncept)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Refresh, cache, klíče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Živě: Weather od PRD po 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cvičení příští týden: Weather Dashboard – první plné PRD, agent píše celou aplikaci, vy ji ověřujete.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Kde síť v systému žije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Dvě mapy: vrstvy iOS a role v aplikaci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Vrstvy iOS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3A3A5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037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 Touch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SwiftUI, UIKit – co vidí uživatel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4A4A6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266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grafika, audio, video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496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URLSession · CFNetwork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2121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725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983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jádro, sokety, zabezpečení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v aplikaci (MVC → SwiftUI)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480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2037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25511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kreslí stav, volá store.load()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0" y="2944368"/>
            <a:ext cx="914" cy="19202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0" y="3154680"/>
            <a:ext cx="5148072" cy="777240"/>
          </a:xfrm>
          <a:prstGeom prst="roundRect">
            <a:avLst>
              <a:gd name="adj" fmla="val 7059"/>
            </a:avLst>
          </a:prstGeom>
          <a:solidFill>
            <a:srgbClr val="1D1D2E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2095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@Observable store (Model)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35570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 · parsování · ukládání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61120" y="3950208"/>
            <a:ext cx="914" cy="19202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0" y="4160520"/>
            <a:ext cx="5148072" cy="777240"/>
          </a:xfrm>
          <a:prstGeom prst="roundRect">
            <a:avLst>
              <a:gd name="adj" fmla="val 7059"/>
            </a:avLst>
          </a:prstGeom>
          <a:solidFill>
            <a:srgbClr val="12121C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21538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29400" y="45628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Core Services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516636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z MVC platí i ve SwiftUI: síť, perzistence a parsování patří do Modelu, ne do View.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otázka u každého diffu: je URLSession v body nějakého View? Pak to agent dal na špatné místo.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 a JSON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požadavku po hotový Swift struct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callbacků na async/await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Kód, který čeká, se čte shora dolů jako obyčejný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dříve: completion handler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40864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fetch(completion: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@escaping (Result&lt;Data, Error&gt;)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Void)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28232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dnes: async throws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28232" y="21945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340864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fetch() async throws -&gt; Data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try await fetch()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funkce smí uprostřed pauzovat a pustit vlákno jiné práci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79976" y="38404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54296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tady se čeká – jediné místo, kde se může pauzovat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19872" y="38404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94192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 / try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4192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chodí v páru s await: síť může selhat kdykoli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6 navíc hlídá data race už při kompilaci. Callback hell se nevrací – a agent ho občas přesto napíše.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URLSession: požadavek, status, dekódování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Open-Meteo: veřejné API bez klíče – ideální na výuku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040880" cy="3611880"/>
          </a:xfrm>
          <a:prstGeom prst="roundRect">
            <a:avLst>
              <a:gd name="adj" fmla="val 151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67512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api.open-meteo.com/v1/forecast?latitude=49.2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&amp;longitude=17.6&amp;current=temperature_2m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url = URL(string: forecastURL)!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(data, response) = try await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URLSession.shared.data(from: url)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let http = response as? HTTPURLResponse,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(200...299).contains(http.statusCode) else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FetchError.badStatus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weather = try JSONDecoder()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.decode(WeatherResponse.self, from: data)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010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Kde se to může pokazit?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01000" y="230428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timeout, špatný host → hodí data(from:)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01000" y="33558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nebo 500 nehodí nic. Kontrola je váš úkol.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44074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4389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4754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jiného tvaru → hodí decode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místa selhání, jen dvě z nich hodí chybu sama. 200 OK je jediný kód, kterému věříte.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a chyby: čtyři způsoby, jak říct „možná nic“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síti přestává být jedno, který agent zvolí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60520" cy="530352"/>
          </a:xfrm>
          <a:prstGeom prst="roundRect">
            <a:avLst>
              <a:gd name="adj" fmla="val 8621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Int(text)!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unwrap: nil = pád aplikace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4160520" cy="530352"/>
          </a:xfrm>
          <a:prstGeom prst="roundRect">
            <a:avLst>
              <a:gd name="adj" fmla="val 8621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9572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n = Int(text) { … 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23957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binding: hodnota jen uvnitř bloku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4160520" cy="530352"/>
          </a:xfrm>
          <a:prstGeom prst="roundRect">
            <a:avLst>
              <a:gd name="adj" fmla="val 8621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5409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let n = Int(text) else { return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0540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brzký odchod, dál pracuji s 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4160520" cy="530352"/>
          </a:xfrm>
          <a:prstGeom prst="roundRect">
            <a:avLst>
              <a:gd name="adj" fmla="val 8621"/>
            </a:avLst>
          </a:prstGeom>
          <a:solidFill>
            <a:srgbClr val="12121C"/>
          </a:solidFill>
          <a:ln w="25400">
            <a:solidFill>
              <a:srgbClr val="0A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124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Int(text) ??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7124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výchozí hodnota – pozor, skryje chybu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4142232" cy="2514600"/>
          </a:xfrm>
          <a:prstGeom prst="roundRect">
            <a:avLst>
              <a:gd name="adj" fmla="val 218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883664"/>
            <a:ext cx="3776472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w = try await fetchWeather()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show(w)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error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.localizedDescription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4389120"/>
            <a:ext cx="4142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try?  →  chyba se změní v nil. Uživatel neuvidí nic – ani chybu.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unwrap dat ze sítě (data!, json["temp"]!) je v review vždy ✗: obsah neřídíte vy, ale server.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/ try / do-catch: chyba je hodnota, se kterou se musí něco stát. Rozhodnutí, co uvidí uživatel, je vaše.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Codable a JSONDecoder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je zrcadlo JSONu: klíče musí sedět 1:1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odpověď API (curl)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937760" cy="2743200"/>
          </a:xfrm>
          <a:prstGeom prst="roundRect">
            <a:avLst>
              <a:gd name="adj" fmla="val 20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45720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"latitude": 49.2,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"longitude": 17.6,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"current":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"time": "2026-10-20T12:00",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"temperature_2m": 11.4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E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239512" cy="2743200"/>
          </a:xfrm>
          <a:prstGeom prst="roundRect">
            <a:avLst>
              <a:gd name="adj" fmla="val 2000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49424"/>
            <a:ext cx="487375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WeatherResponse: Codable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latitude: Double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longitude: Double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current: CurrentWeather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CurrentWeather: Codable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temperature_2m: Double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time: String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23560" y="3474720"/>
            <a:ext cx="640080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" y="50292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Codable = Encodable + Decodable. Pro čtení z API stačí Decodable; hodí se ale obojí, když data i ukládáte.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Kompilátor zkontroluje syntaxi structu. Jestli odpovídá skutečnému JSONu, zjistíte až za běhu.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Tichá chyba: klíč, který nesedí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Nejhezčí weather app z letního testu měla prázdnou kartu – a žádnou chybu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starý tvar API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40864"/>
            <a:ext cx="4937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WeatherResponse: Codable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current_weather: CurrentWeather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 posílá "current" → decode hodí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 agent chybu spolkl v catch { } nebo try?. Karta zůstala prázdná.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28232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snake_case po swiftovsku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28232" y="2194560"/>
            <a:ext cx="5303520" cy="2331720"/>
          </a:xfrm>
          <a:prstGeom prst="roundRect">
            <a:avLst>
              <a:gd name="adj" fmla="val 2353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2340864"/>
            <a:ext cx="493776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CurrentWeather: Codable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temp2m: Double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time: String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 CodingKeys: String, CodingKey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temp2m = "temperature_2m"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time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70916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.convertFromSnakeCase</a:t>
            </a:r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udělá z temperature_2m vlastnost </a:t>
            </a:r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temperature2M</a:t>
            </a:r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(velké M kvůli číslici – ověřeno ve Swift 6.4). S temperature2m dekódování selže.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sítě se nesprávnost neprojeví jako pád, ale jako ticho.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Stav, .task a paralelně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síťový kód patří a jak ho UI čeká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Ručně: úkoly z JSONPlaceholder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jsonplaceholder.typicode.com/todos – falešné API: userId, id, title, completed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760720" cy="1143000"/>
          </a:xfrm>
          <a:prstGeom prst="roundRect">
            <a:avLst>
              <a:gd name="adj" fmla="val 48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5394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Todo: Identifiable, Codable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userId: Int, id: Int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title: String, completed: Bool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760720" cy="2788920"/>
          </a:xfrm>
          <a:prstGeom prst="roundRect">
            <a:avLst>
              <a:gd name="adj" fmla="val 1967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26664"/>
            <a:ext cx="539496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@MainActor @Observable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TodoStore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todos: [Todo] = []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url = URL(string: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"https://jsonplaceholder.typicode.com/todos")!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load() async throws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(data, _) = try await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URLSession.shared.data(from: url)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todos = try JSONDecoder()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.decode([Todo].self, from: data)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645920"/>
            <a:ext cx="4965192" cy="2788920"/>
          </a:xfrm>
          <a:prstGeom prst="roundRect">
            <a:avLst>
              <a:gd name="adj" fmla="val 1967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792224"/>
            <a:ext cx="459943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store = TodoStore()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List(store.todos) { todo in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Label(todo.title, systemImage: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todo.completed ? "checkmark.circle.fill"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: "circle")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.task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 { try await store.load() }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{ print(error) }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496519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45720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catch { print(error) } – na telefonu prázdný seznam, žádná chyba. Print vidíte jen vy v konzoli Xcode.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 je ve store (Model), View jen spustí .task a kreslí. Oprava catch: chybová hláška + tlačítko Zkusit znovu.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Tři stavy a .task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success, error. Žádný čtvrtý.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37944"/>
            <a:ext cx="59436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isLoading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ProgressView()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let w = weather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Text("\(w.current.temperature_2m,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specifier: "%.1f") °C")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let e = error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Text(e).foregroundStyle(.red)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.task(id: city) { await load() }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load() async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isLoading = true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defer { isLoading = false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8040" y="1691640"/>
            <a:ext cx="437083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17465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.task { 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60920" y="2075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 view, sám se zruší při odchodu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2532888"/>
            <a:ext cx="437083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2587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.task(id: city)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0920" y="2916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při změně hodnoty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3374136"/>
            <a:ext cx="437083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3429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{ 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60920" y="37581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z tlačítka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78040" y="4215384"/>
            <a:ext cx="437083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42702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let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60920" y="45994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paralelně uvnitř async funkce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512064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@MainActor: smí jen na hlavním vlákně (UI). SwiftUI views jsou @MainActor samy.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se vypne spinner, když fetch hodí chybu? defer – běží při každém odchodu z funkce.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Paralelně: async let a TaskGroup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Doba čekání = nejpomalejší dotaz, ne součet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035040" cy="960120"/>
          </a:xfrm>
          <a:prstGeom prst="roundRect">
            <a:avLst>
              <a:gd name="adj" fmla="val 5714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37944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let u1 = fetchUser(id: 1)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let u2 = fetchUser(id: 2) // start hned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both = try await (u1, u2)   // čekám na oba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6035040" cy="2606040"/>
          </a:xfrm>
          <a:prstGeom prst="roundRect">
            <a:avLst>
              <a:gd name="adj" fmla="val 210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35224"/>
            <a:ext cx="56692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withTaskGroup(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of: (City, WeatherResponse?).self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group in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city in cities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group.addTask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w = try? await fetchWeather(for: city)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(city, w)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for await (city, w) in group { … 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951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sekvenčně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5160" y="205740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8E8EA0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057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Zlín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205740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8E8EA0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21240" y="2057400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8E8EA0"/>
          </a:solidFill>
          <a:ln/>
        </p:spPr>
      </p:sp>
      <p:sp>
        <p:nvSpPr>
          <p:cNvPr id="14" name="Text 12"/>
          <p:cNvSpPr/>
          <p:nvPr/>
        </p:nvSpPr>
        <p:spPr>
          <a:xfrm>
            <a:off x="9921240" y="20574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paralelně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3108960"/>
            <a:ext cx="1188720" cy="411480"/>
          </a:xfrm>
          <a:prstGeom prst="roundRect">
            <a:avLst>
              <a:gd name="adj" fmla="val 8889"/>
            </a:avLst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Zlín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3611880"/>
            <a:ext cx="1737360" cy="411480"/>
          </a:xfrm>
          <a:prstGeom prst="roundRect">
            <a:avLst>
              <a:gd name="adj" fmla="val 8889"/>
            </a:avLst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41148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4754880"/>
            <a:ext cx="4370832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08792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512064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let pro 2–3 nezávislé věci, TaskGroup pro N. try? ve skupině = město prostě nemá data.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cvičení: změřte sekvenční i paralelní refresh (rozdíl Date()) a čísla zapište do review.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Chyby a review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uvidí uživatel, když síť selže – a co agent rád zamete pod koberec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Vlastní chyby pro UI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+ LocalizedError = čitelná zpráva místo kódu chyby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3886200"/>
          </a:xfrm>
          <a:prstGeom prst="roundRect">
            <a:avLst>
              <a:gd name="adj" fmla="val 141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37944"/>
            <a:ext cx="594360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WeatherError: Error, LocalizedError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offline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badResponse(Int)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decoding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errorDescription: String?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switch self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.offline: "Bez připojení."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.badResponse(let code):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"Server vrátil \(code)."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.decoding: "Nečitelná odpověď."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23760" y="17556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1812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errorDescription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1812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objeví se v error.localizedDescription – a tím v UI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3035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1812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URLError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33832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.notConnectedToInternet → .offline → tlačítko Zkusit znovu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43159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18120" y="4297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46634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uvidí uživatel? Nic. Ani chybu.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Akceptační test na cvičení: vypnout síť (nebo neplatný host) → hláška + retry, žádná prázdná karta.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 a Sendable – jen koncept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labu je nepotřebujete. Potřebujete je poznat, až je agent napíše.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37944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Counter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var value = 0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increment() { value += 1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get() -&gt; Int { value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counter.increment()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53766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801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1671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Chrání svůj stav před data race. Zvenku jen přes await – jeden přístup v jednu chvíli.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971800"/>
            <a:ext cx="53766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3081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34472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je bezpečné poslat mezi vlákny. Swift 6 to kontroluje při kompilaci.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 pro review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rád „opraví“ chybu kompilátoru přes @unchecked Sendable nebo nonisolated(unsafe). Vždy se zeptejte proč – většinou má být struct, actor nebo @MainActor.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@unchecked = „věř mi, kompilátore“. Při review to znamená: tady kontrola vypnutá.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Refresh, cache a API klíče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věci, na které PRD často zapomene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2971800" cy="1097280"/>
          </a:xfrm>
          <a:prstGeom prst="roundRect">
            <a:avLst>
              <a:gd name="adj" fmla="val 4167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774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.refreshable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load()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 na Listu. Po refreshi se musí změnit čas aktualizace – jinak kreslíte starou cache.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71416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45736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45736" y="2377440"/>
            <a:ext cx="2971800" cy="1097280"/>
          </a:xfrm>
          <a:prstGeom prst="roundRect">
            <a:avLst>
              <a:gd name="adj" fmla="val 4167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23774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lastFetch: Date?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45736" y="3657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URLCache pro GET je vestavěný. Vlastní pravidlo „nestahuj 2× za minutu“ si hlídáte sami.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02752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7072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Klíče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77072" y="2377440"/>
            <a:ext cx="2971800" cy="1097280"/>
          </a:xfrm>
          <a:prstGeom prst="roundRect">
            <a:avLst>
              <a:gd name="adj" fmla="val 4167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14232" y="23774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✗ let apiKey 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"sk-…"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77072" y="3657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 nikdy v klientském kódu – aplikaci jde rozbalit. V produkci volá API váš backend (proxy).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klíč nemá – proto ho na cvičení používáme. U API s klíčem patří klíč na server, ne do repa.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Živě: Weather od PRD po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promítáno. PRD na 1 stránku, diff čteme společně.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85216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37944"/>
            <a:ext cx="54864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SwiftUI Weather Dashboard (iOS 17+).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Open-Meteo forecast API, no key.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CityStore is an @Observable model that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persists the city list; all networking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 in OpenMeteoClient, never in views.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city card shows loading / temperature /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state. Pull-to-refresh reloads all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in parallel. Errors map to a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WeatherError: LocalizedError with retry.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Acceptance: offline shows a message and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retry button, never an empty card.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122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schválíme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12280" y="21488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2148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 jen v klientovi / store?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12280" y="27157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27157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Kontroluje se status code?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12280" y="32826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32826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try? ani prázdný catch?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12280" y="38496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38496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stavy + defer pro spinner?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12280" y="44165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4416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.task(id:) při změně města?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812280" y="4983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4983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@unchecked Sendable?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akceptační test: offline, neplatné město, pull-to-refresh – a změnit klíč v JSONu.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cvičení příští týden: Weather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plný cyklus: PRD → agent → akceptační test → oprava → review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stránka: funkce, data, akceptační kritéria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5877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píše celou aplikaci podle PRD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Akceptační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39242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špatný JSON, refresh, víc měst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Oprava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1970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neprošlo: nové zadání, ne ruční záplata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50017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proti checklistu z dnešní přednášky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Ručně, celá třída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úkolů z JSONPlaceholder: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Todo: Identifiable, Codable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TodoStore s load() async throws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.task ve view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catch, který chybu ukáže, ne jen vytiskne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Přineste si: dnešní checklist z živé ukázky. Podle něj budete dělat review.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596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68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= může pauzovat, await = tady se čeká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081528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5351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 patří do modelu (store), ne do View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566160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43814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kontrolujete vy; Codable = klíče 1:1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050792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92277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stavy: loading, success, error + .task(id:)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535424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40740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let pro pár věcí, TaskGroup pro 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0200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8920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try? a catch { print } = tichá chyba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005840" y="5504688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537667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Actor, Sendable: poznat; @unchecked = otázka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Příští přednáška · 27. 10.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NavigationStack a jak psát PRD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0" y="33832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Navigace mezi obrazovkami a zadání, podle kterého agent napíše celou aplikaci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Cvičení: Weather Dashboard – PRD, agent, akceptační test, review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 a z komunity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WWDC21: Use async/await with URLSession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developer.apple.com/videos/play/wwdc2021/10095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WWDC21: Meet async/await in Swift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585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developer.apple.com/videos/play/wwdc2021/10132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URLSession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340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developer.apple.com/documentation/foundation/urlsession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JSONDecoder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0954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developer.apple.com/documentation/foundation/jsondecoder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task(id:priority:_:)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developer.apple.com/documentation/swiftui/view/task(…)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book: Concurrency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docs.swift.org/swift-book/…/concurrency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 docs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3600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open-meteo.com/en/docs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51114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jsonplaceholder.typicode.com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na slidech ověřen kompilátorem (Swift 6.4, režim Swift 6). Referenční řešení: code/W08-Weather.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Síť a concurrency</dc:title>
  <dc:subject>PptxGenJS Presentation</dc:subject>
  <dc:creator>Filip Vabroušek</dc:creator>
  <cp:lastModifiedBy>Filip Vabroušek</cp:lastModifiedBy>
  <cp:revision>1</cp:revision>
  <dcterms:created xsi:type="dcterms:W3CDTF">2026-10-13T15:58:23Z</dcterms:created>
  <dcterms:modified xsi:type="dcterms:W3CDTF">2026-10-13T15:58:23Z</dcterms:modified>
</cp:coreProperties>
</file>