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Přednáška 6, 12:00–13:35. Připravuje cvičení příští týden: Notes app (seznam → detail, akceptační kritéria A1–A8). Začátek Fáze 3. Kvízy v semestru nejsou.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Otevřít na GitHubu 2026/W07-Notes/ – složky skupin z tohoto týdne. Stejné zadání, různé kódy. Výstup agenta je nedeterministický a kvalita výstupu je funkcí zadání. Proto dnes PRD.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Navázat na přednášku 4: @Observable model, vlastník @State, dítě @Bindable. Controller se nerozpustil úplně – jeho logika je v metodách modelu a v akcích tlačítek. Když agent nacpe logiku do body, je to stejný problém jako Massive View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Ověřeno v SDK iOS 27: NavigationView má @available(iOS, deprecated: 100000.0, message: "replace styled NavigationView with NavigationStack or NavigationSplitView instead") – tedy žádné varování při překladu. Otázka do třídy: jak byste v tomhle kódu tlačítkem skočili zpět na seznam? (Nijak rozumně.)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Napsat živě v Notes-Demo. Pak schválně smazat navigationDestination: link nic neotevře, kompilátor mlčí (v konzoli se objeví jen hláška za běhu). Pak odebrat Hashable z Note: compiler error. Klasická otázka z labu: „Můj NavigationLink nic neotevírá“ – chybí navigationDestination pro daný typ nad ním v hierarchii.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Diffing: view jsou struktury, při změně stavu SwiftUI vytvoří nový strom a porovná ho se starým. Neunikátní id (title) → při dvou stejných názvech se plete, který řádek je který (swipe smaže jiný). Nestabilní id (UUID() při každém renderu) → všechno je pokaždé nové, ztrácí se stav (focus, výběr, animace) a trpí výkon.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Proč hledat podle id a ne předat note rovnou: hodnota v zásobníku je kopie z okamžiku ťuknutí. Binding do pole modelu najdeme přes id (stabilní, viz minulý slide). Referenční řešení code/W06-Notes/NotesListView.swift dělá přesně tohle.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Původní ukázka z plánu přednášky měla .toolbar navěšený VNĚ NavigationStack a path.append(model.notes[0]). Obojí je dobrý review nález: toolbar mimo stack se v navigační liště nemusí ukázat, notes[0] spadne na prázdném seznamu. Na slidu je opravená verze – původní ukázat na plátně jako diff od agenta, pokud zbude čas. NavigationPath.codable vrací CodableRepresentation (jen když jsou všechny hodnoty Codable).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 2 minutách 2–3 odpovědi. Dobrá odpověď: „Napíšu do hledání ‚gul‘ → v seznamu je jen Guláš“ a k tomu edge case „napíšu ‚xyz‘ → vidím ‚Žádný recept neodpovídá‘“. Tabulka A1–A8 je přímo z labu Notes (labs/06_Notes_app.md).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🖥 V Notes-Demo. Agent vytvoří 3 nové soubory, třída hledá nepřesnosti podle checklistu. Pak F2. Pozor: F2 prompt říká „modified date“, ale Note má jen createdAt – dobrý příklad nesouladu PRD a modelu; nechat třídu, ať si toho všimne.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jsou jen v paměti – restart tentokrát kritérium není (persistence přijde se SwiftData). Váhy hodnocení: PRD a kritéria 30 %, důkaz o ověření 30 %, NOTES 25 %, app funguje 15 %.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937760" cy="4937760"/>
          </a:xfrm>
          <a:prstGeom prst="ellipse">
            <a:avLst/>
          </a:prstGeom>
          <a:solidFill>
            <a:srgbClr val="F05138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840480"/>
            <a:ext cx="2926080" cy="2926080"/>
          </a:xfrm>
          <a:prstGeom prst="ellipse">
            <a:avLst/>
          </a:prstGeom>
          <a:solidFill>
            <a:srgbClr val="F0513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AP9PT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31272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NavigationStack a jak psát PRD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37673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mobilní technologie  ·  FAI UTB  ·  ZS 2026/2027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Filip Vabroušek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Přednáška 6  ·  27. 10.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Dnešní plán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Navigace mezi obrazovkami a zadání, které se dá ověřit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87752" cy="356616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0–15 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3 a architektura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2130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od dneška mění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MVC: tři role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 MVC zbylo ve SwiftUI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2587752" cy="356616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210312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15–50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2651760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03320" y="3383280"/>
            <a:ext cx="2130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push/pop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NavigationView → NavigationStack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Stabilní id a Hashable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2587752" cy="356616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210312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50–65 min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2651760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jako data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37960" y="3383280"/>
            <a:ext cx="2130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NavigationPath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Programový push a pop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A7: smazání otevřené poznámky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144000" y="1783080"/>
            <a:ext cx="2587752" cy="3566160"/>
          </a:xfrm>
          <a:prstGeom prst="roundRect">
            <a:avLst>
              <a:gd name="adj" fmla="val 282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72600" y="20116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66960" y="210312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65–95 min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72600" y="2651760"/>
            <a:ext cx="2130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 a živé demo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372600" y="3383280"/>
            <a:ext cx="2130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Cíl, funkce, edge cases, mimo rozsah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Testovatelná kritéria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Notes po featurách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cvičení příští týden: Notes app. Seznam → detail, edit, mazání – a tabulka A1–A8, kterou projdete klikáním.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Vítejte ve Fázi 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píše celou aplikaci. Vaše práce je zadání a úsudek.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83464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86581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Zadání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21945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vět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stránka: cíl, funkce, edge cases, kritéria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52928"/>
            <a:ext cx="1086581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85292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8529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Counter, BMI, TODO · ~100 řádků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85292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Recipe, Weather · ~300–500 řádků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11296"/>
            <a:ext cx="1086581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11296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5112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čteme společně v hodině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5112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procházíte sami, já čtu váš write-up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169664"/>
            <a:ext cx="10865815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9664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Hodnotí 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41696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funguje + krátké NOTES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41696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kvalita PRD + důkaz o ověření + review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2578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52578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 Fáze 3: sáhnout ručně do kódu je výjimka. Když sáhnete, v LAB NOTES napíšete proč.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MVC: tři role, které v iOS zůstaly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Klasický vzor z UIKitu – a slovník, kterým dodnes mluvíme o architektuře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31750">
            <a:solidFill>
              <a:srgbClr val="0A8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8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 logika nad nimi.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Neví nic o obrazovce.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31750">
            <a:solidFill>
              <a:srgbClr val="F051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09160" y="2514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Spojuje model a view.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Reaguje na tap, mění model, aktualizuje view.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0" y="1828800"/>
            <a:ext cx="3291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31750">
            <a:solidFill>
              <a:srgbClr val="34C7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C7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03920" y="251460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Zobrazuje a sbírá vstup.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Žádná aplikační logika.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 flipH="1">
            <a:off x="3931920" y="2514600"/>
            <a:ext cx="502920" cy="914"/>
          </a:xfrm>
          <a:prstGeom prst="line">
            <a:avLst/>
          </a:prstGeom>
          <a:noFill/>
          <a:ln w="31750">
            <a:solidFill>
              <a:srgbClr val="0A84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3154680"/>
            <a:ext cx="502920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26680" y="2514600"/>
            <a:ext cx="502920" cy="914"/>
          </a:xfrm>
          <a:prstGeom prst="line">
            <a:avLst/>
          </a:prstGeom>
          <a:noFill/>
          <a:ln w="31750">
            <a:solidFill>
              <a:srgbClr val="34C7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7726680" y="3154680"/>
            <a:ext cx="502920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0080" y="3977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View spolu nemluví přímo. Všechno jde přes Controller.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UIKitu: tap → target-action → metoda ve view controlleru → změna modelu → ruční přepsání labelů. Controller rychle naroste – přezdívka „Massive View Controller“.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34924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 do PRD i do review: kde v aplikaci od agenta žijí data, kdo je mění a kdo je jen zobrazuje?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Kam zmizel Controller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role, jiné místo: SwiftUI drží data ve stavu a view z nich odvodí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v UIKitu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(iOS 17+)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574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(třída, ručně notifikuje)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0" y="20574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126480" y="2057400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0574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@Observable final class NotesModel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34056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340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(UIView, stav si drží sám)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760720" y="273405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26480" y="2734056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73405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View – popis obrazovky ze stavu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10712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41071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target-action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760720" y="341071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3410712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341071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 model.add(note) 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87368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873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ruční update labelů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60720" y="40873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126480" y="4087368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087368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nic – SwiftUI překreslí, co čte změněná data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4764024"/>
            <a:ext cx="512064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76402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delegate, KVO, notifikace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476402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126480" y="4764024"/>
            <a:ext cx="5422392" cy="566928"/>
          </a:xfrm>
          <a:prstGeom prst="roundRect">
            <a:avLst>
              <a:gd name="adj" fmla="val 8065"/>
            </a:avLst>
          </a:prstGeom>
          <a:solidFill>
            <a:srgbClr val="12121C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76402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@Binding, @Bindable, @Environment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 dat: akce → změna modelu → SwiftUI překreslí view. Žádný kód „a teď obnov obrazovku“.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Navigace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push/pop v UIKitu k NavigationStack, kde je cesta jen data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UIKit: navigace jako příkazy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UINavigationController drží zásobník view controllerů – a vy mu říkáte, co s ním dělat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2926080"/>
          </a:xfrm>
          <a:prstGeom prst="roundRect">
            <a:avLst>
              <a:gd name="adj" fmla="val 1875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40080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detail = NoteDetailViewController(note: note)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navigationController?.pushViewController(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detail, animated: true)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zpět o jednu obrazovku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navigationController?.popViewController(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animated: true)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zpět na seznam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navigationController?.popToRootViewController(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animated: true)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0010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zásobník obrazovek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75320" y="224028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F05138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NoteDetailVC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75320" y="3017520"/>
            <a:ext cx="3017520" cy="640080"/>
          </a:xfrm>
          <a:prstGeom prst="roundRect">
            <a:avLst>
              <a:gd name="adj" fmla="val 8571"/>
            </a:avLst>
          </a:prstGeom>
          <a:solidFill>
            <a:srgbClr val="2A2A3D"/>
          </a:solidFill>
          <a:ln/>
        </p:spPr>
      </p:sp>
      <p:sp>
        <p:nvSpPr>
          <p:cNvPr id="10" name="Text 8"/>
          <p:cNvSpPr/>
          <p:nvPr/>
        </p:nvSpPr>
        <p:spPr>
          <a:xfrm>
            <a:off x="827532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NotesListVC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3840480"/>
            <a:ext cx="3291840" cy="0"/>
          </a:xfrm>
          <a:prstGeom prst="line">
            <a:avLst/>
          </a:prstGeom>
          <a:noFill/>
          <a:ln w="25400">
            <a:solidFill>
              <a:srgbClr val="1D1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přidá nahoru · pop odebere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Imperativně: „udělej push“. Kde právě jste, ví jen navigation controller – ne vaše data.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to otočí: zásobník je pole hodnot ve vašem stavu. Změníte pole → změní se obrazovky.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NavigationView: proč už 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navigace ve SwiftUI – Apple ji od iOS 16 nahrazuje NavigationStack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starý zápis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852160" cy="2331720"/>
          </a:xfrm>
          <a:prstGeom prst="roundRect">
            <a:avLst>
              <a:gd name="adj" fmla="val 2353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86584"/>
            <a:ext cx="54864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NavigationView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List(notes) { note in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NavigationLink(note.title,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destination: NoteDetail(note: note))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03720" y="17830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8" name="Text 6"/>
          <p:cNvSpPr/>
          <p:nvPr/>
        </p:nvSpPr>
        <p:spPr>
          <a:xfrm>
            <a:off x="69037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0" y="17830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je view, ne hodnota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16712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Zásobník je skrytý. Tlačítkem „zpět na seznam“ se nedá rozumně skočit.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288036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2" name="Text 10"/>
          <p:cNvSpPr/>
          <p:nvPr/>
        </p:nvSpPr>
        <p:spPr>
          <a:xfrm>
            <a:off x="69037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8803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a split view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0" y="326440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dvou sloupcích se navigace občas pomíchala.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397764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6" name="Text 14"/>
          <p:cNvSpPr/>
          <p:nvPr/>
        </p:nvSpPr>
        <p:spPr>
          <a:xfrm>
            <a:off x="69037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9776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98080" y="436168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Otevřít aplikaci rovnou na konkrétní poznámce šlo jen oklikou.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Kompilátor nevaruje – Apple ho označil jako deprecated „v budoucí verzi“. Najdete ho jen čtením diffu.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agent vrátí NavigationView, je to nález do review. Náhrada: NavigationStack (nebo NavigationSplitView).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NavigationStack: odkaz nese hodnotu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Odkud a kam jsou oddělené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0" y="5029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živě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309360" cy="3657600"/>
          </a:xfrm>
          <a:prstGeom prst="roundRect">
            <a:avLst>
              <a:gd name="adj" fmla="val 15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9384"/>
            <a:ext cx="5943600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NavigationStack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List(model.notes) { note in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NavigationLink(value: note) {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NoteRow(note: note)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.navigationDestination(for: Note.self) { note in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NoteDetailView(note: note)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.navigationTitle("Poznámky")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9480" y="180136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0" y="17830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NavigationLink(value:)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63840" y="216712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Odkaz posílá hodnotu, ne hotové view.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269480" y="299008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72694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63840" y="29718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navigationDestination(for:)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863840" y="335584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 místo říká, jak se otevře každá hodnota typu Note.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269480" y="4178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4178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63840" y="41605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Note: Hashable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863840" y="4544568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Hodnota v zásobníku musí být Hashable. Bez toho kód nepřeložíte.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Past: chybí navigationDestination → řádek jde ťuknout, ale nic se neotevře. Žádná chyba.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Proč tolik záleží na id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porovnává starý a nový strom view – a řádky páruje podle id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453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1 ·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61488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A2A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61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 · 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328416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A2A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284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3 · 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34C75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194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4 · 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2761488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A2A3D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27614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2 · 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3328416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2A2A3D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33284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3 · 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23160" y="2990088"/>
            <a:ext cx="822960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23160" y="3557016"/>
            <a:ext cx="822960" cy="914"/>
          </a:xfrm>
          <a:prstGeom prst="line">
            <a:avLst/>
          </a:prstGeom>
          <a:noFill/>
          <a:ln w="31750">
            <a:solidFill>
              <a:srgbClr val="6E6E73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pryč, 4 nové, 2 a 3 beze změny → překreslí jen to nutné a zachová stav řádků.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23560" y="1783080"/>
            <a:ext cx="5925312" cy="1965960"/>
          </a:xfrm>
          <a:prstGeom prst="roundRect">
            <a:avLst>
              <a:gd name="adj" fmla="val 2791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1929384"/>
            <a:ext cx="555955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ForEach(notes, id: \.title) { note in  // ✗ dvě „Nákup“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NoteRow(note: note)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ForEach(notes) { note in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NoteRow(note: note)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.id(UUID())                    // ✗ nové id pokaždé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23560" y="3840480"/>
            <a:ext cx="5925312" cy="1188720"/>
          </a:xfrm>
          <a:prstGeom prst="roundRect">
            <a:avLst>
              <a:gd name="adj" fmla="val 4615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986784"/>
            <a:ext cx="55595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Note: Identifiable, Hashable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id: UUID; var title: String 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ForEach(notes) { NoteRow(note: $0) }   // ✓ stabilní id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2578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Stejné id používá i navigace: hodnota v zásobníku se hledá podle Hashable. Stabilní a unikátní id = předpoklad A1, A2, A6 a A7.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Tichá chyba master-detail: detail dostane kopii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Předat hodnotu stačí na čtení. Na editaci ne – přesně to hlídají A1 a A2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edituje kopii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0" cy="1508760"/>
          </a:xfrm>
          <a:prstGeom prst="roundRect">
            <a:avLst>
              <a:gd name="adj" fmla="val 3636"/>
            </a:avLst>
          </a:prstGeom>
          <a:solidFill>
            <a:srgbClr val="12121C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86584"/>
            <a:ext cx="49377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DetailCopy: View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@State var note: Note     // vlastní kopie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TextField("Titulek", text: $note.title)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28232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C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edituje model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28232" y="2240280"/>
            <a:ext cx="5303520" cy="1508760"/>
          </a:xfrm>
          <a:prstGeom prst="roundRect">
            <a:avLst>
              <a:gd name="adj" fmla="val 3636"/>
            </a:avLst>
          </a:prstGeom>
          <a:solidFill>
            <a:srgbClr val="12121C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386584"/>
            <a:ext cx="49377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DetailBinding: View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@Binding var note: Note   // odkaz do modelu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body: some View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TextField("Titulek", text: $note.title)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28232" y="3886200"/>
            <a:ext cx="5303520" cy="1554480"/>
          </a:xfrm>
          <a:prstGeom prst="roundRect">
            <a:avLst>
              <a:gd name="adj" fmla="val 352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4032504"/>
            <a:ext cx="49377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.navigationDestination(for: Note.self) { note in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let i = model.index(of: note.id) {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DetailBinding(note: $model.notes[i])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Obě verze se přeloží. V detailu text vypadá uložený. Pravda se ukáže až po Back – a po druhém otevření té samé poznámky.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A1: přepíšu title → Back → v seznamu je nový název.   A2: změním text → Back → znovu otevřu → je tam nový text.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Cesta jako data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NavigationPath: push, pop a návrat domů změnou jedné proměnné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Programová navigace přes NavigationPath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Zásobník obrazovek je @State – jako kterýkoli jiný stav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0" y="5029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živě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6949440" cy="3886200"/>
          </a:xfrm>
          <a:prstGeom prst="roundRect">
            <a:avLst>
              <a:gd name="adj" fmla="val 1412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9384"/>
            <a:ext cx="6583680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 private var path = NavigationPath()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NavigationStack(path: $path)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List(model.notes) { note in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NavigationLink(note.title, value: note)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.navigationDestination(for: Note.self) { note in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NoteDetailView(note: note)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.toolbar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Button("Otevři první") {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let first = model.notes.first { path.append(first)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Button("Domů") { path = NavigationPath()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01000" y="1783080"/>
            <a:ext cx="35478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3880" y="1856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[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8388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(root)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774936" y="2670048"/>
            <a:ext cx="914" cy="23774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001000" y="2926080"/>
            <a:ext cx="35478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999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[ Nákup 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= push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74936" y="3813048"/>
            <a:ext cx="914" cy="237744"/>
          </a:xfrm>
          <a:prstGeom prst="line">
            <a:avLst/>
          </a:prstGeom>
          <a:noFill/>
          <a:ln w="31750">
            <a:solidFill>
              <a:srgbClr val="F0513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001000" y="4069080"/>
            <a:ext cx="3547872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4142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 = [ 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 prázdná = domů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525780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removeLast() = pop · path.codable → uložit a obnovit stav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otázka: co udělá „Otevři první“ s prázdným seznamem, kdyby tam bylo model.notes[0]? (Spadne.)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A7: smažu poznámku, kterou mám otevřenou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zmizela – ale cesta na ni pořád ukazuje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3429000"/>
          </a:xfrm>
          <a:prstGeom prst="roundRect">
            <a:avLst>
              <a:gd name="adj" fmla="val 1600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583680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.navigationDestination(for: Note.self) { note in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let i = model.index(of: note.id)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NoteDetailView(note: $model.notes[i]) {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path.removeLast()            // 1. zpět na seznam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model.notes.removeAll {      // 2. smazat podle 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$0.id == note.id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NoteDetailView dostane callback onDelete – tlačítko Smazat v toolbaru detailu.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01000" y="1783080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4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se stane bez kroku 1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001000" y="228600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0" y="224028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dál obsahuje smazanou poznámku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306324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95360" y="301752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index(of:) vrátí nil → prázdný detail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01000" y="3840480"/>
            <a:ext cx="457200" cy="457200"/>
          </a:xfrm>
          <a:prstGeom prst="ellipse">
            <a:avLst/>
          </a:prstGeom>
          <a:solidFill>
            <a:srgbClr val="FF453A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95360" y="3794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nebo index mimo rozsah → pád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01000" y="4663440"/>
            <a:ext cx="354787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5400">
            <a:solidFill>
              <a:srgbClr val="34C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466344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Kritérium: otevřu detail → smažu → jsem na seznamu, app nespadla, žádný prázdný detail.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Pravidlo: když mažete data, na která vede navigace, musíte zkrátit i cestu.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D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389120" cy="4389120"/>
          </a:xfrm>
          <a:prstGeom prst="ellipse">
            <a:avLst/>
          </a:prstGeom>
          <a:solidFill>
            <a:srgbClr val="F05138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5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Jedna stránka, podle které agent píše a vy ověřujete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PRD: product requirements document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Ukázka: Recipe Book – aplikace, která přijde po Notes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3977640"/>
          </a:xfrm>
          <a:prstGeom prst="roundRect">
            <a:avLst>
              <a:gd name="adj" fmla="val 1379"/>
            </a:avLst>
          </a:prstGeom>
          <a:solidFill>
            <a:srgbClr val="12121C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9384"/>
            <a:ext cx="621792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Recipe Book – PRD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Cíl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na ukládání kuchařských receptů.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Funkce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F1: Seznam receptů: obrázek, název, doba přípravy.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F2: Tap na recept otevře detail.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F3: Plus v toolbaru otevře sheet „Nový recept“.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F4: Swipe-to-delete v seznamu.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F5: Search bar filtruje podle názvu.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Edge cases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Prázdný seznam → „Žádné recepty“ + „Přidat první“.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Search bez výsledků → „Žádný recept neodpovídá“.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Mimo rozsah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Sdílení, synchronizace, export.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43800" y="17830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75438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38160" y="17830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Cíl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214884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odstavec. Pro koho a k čemu.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43800" y="27889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7543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2788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Funkce F1…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315468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5–10, číslované – na ně se pak odkazuje v promptu i v review.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43800" y="379476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7543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38160" y="3794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0" y="416052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3–5. Prázdno, chybějící data, nic nenalezeno.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43800" y="480060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9" name="Text 17"/>
          <p:cNvSpPr/>
          <p:nvPr/>
        </p:nvSpPr>
        <p:spPr>
          <a:xfrm>
            <a:off x="754380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4800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Mimo rozsah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38160" y="516636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Chrání před tím, aby agent přidal, co nikdo nechtěl.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94360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94360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Rozsah: jedna A4. Co se nevejde, je buď mimo rozsah, nebo další verze.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Kritérium = co udělám + co musím vidět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se nedá vyvrátit, není to kritérium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FF45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„App umí editovat poznámky.“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Nedá se ověřit ani vyvrátit.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1D1D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Zkuste teď (2 min)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Napište kritérium pro F5 z Recipe Book: search filtruje podle názvu.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udělám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0" y="1783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musím vidět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51960" y="2148840"/>
            <a:ext cx="729965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Otevřu poznámku → přepíšu title na AAA → Back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1120" y="2148840"/>
            <a:ext cx="2453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seznamu je řádek AAA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251960" y="2971800"/>
            <a:ext cx="729965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2971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2971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Změním text → Back → znovu otevřu tutéž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0" y="2971800"/>
            <a:ext cx="2453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tam nový text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51960" y="3794760"/>
            <a:ext cx="729965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0" y="37947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794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Poznámky A, B, C → swipe-delete na prostřední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0" y="3794760"/>
            <a:ext cx="2453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zmizí B, zůstanou A a C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251960" y="4617720"/>
            <a:ext cx="7299655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8912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51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37760" y="46177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Otevřu detail → smažu tu poznámku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961120" y="4617720"/>
            <a:ext cx="2453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jsem na seznamu, bez pádu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56235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6235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 detailu „vypadá uložený“ i u kopie. Průkazné je až Back a druhé otevření.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Živě: Notes po featurách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promítáno. Z PRD postupně F1 → F2 → …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424160" y="502920"/>
            <a:ext cx="1143000" cy="365760"/>
          </a:xfrm>
          <a:prstGeom prst="roundRect">
            <a:avLst>
              <a:gd name="adj" fmla="val 20000"/>
            </a:avLst>
          </a:prstGeom>
          <a:solidFill>
            <a:srgbClr val="F05138"/>
          </a:solidFill>
          <a:ln/>
        </p:spPr>
      </p:sp>
      <p:sp>
        <p:nvSpPr>
          <p:cNvPr id="5" name="Text 3"/>
          <p:cNvSpPr/>
          <p:nvPr/>
        </p:nvSpPr>
        <p:spPr>
          <a:xfrm>
            <a:off x="10424160" y="5029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živě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852160" cy="2331720"/>
          </a:xfrm>
          <a:prstGeom prst="roundRect">
            <a:avLst>
              <a:gd name="adj" fmla="val 2353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9384"/>
            <a:ext cx="54864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F1: Create NotesView with NavigationStack.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@Observable model NotesModel with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notes: [Note] = sampleNotes (5 samples).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List(notes) → NavigationLink(value: note)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NoteRow }. navigationDestination(for: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Note.self) { NoteDetailView }.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4251960"/>
            <a:ext cx="5852160" cy="1371600"/>
          </a:xfrm>
          <a:prstGeom prst="roundRect">
            <a:avLst>
              <a:gd name="adj" fmla="val 4000"/>
            </a:avLst>
          </a:prstGeom>
          <a:solidFill>
            <a:srgbClr val="12121C"/>
          </a:solidFill>
          <a:ln w="25400">
            <a:solidFill>
              <a:srgbClr val="F051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98264"/>
            <a:ext cx="5486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F2: NoteDetailView – title with .title font,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scrollable, modified date at the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4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bottom.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1228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 čteme společně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12280" y="22402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2" name="Text 10"/>
          <p:cNvSpPr/>
          <p:nvPr/>
        </p:nvSpPr>
        <p:spPr>
          <a:xfrm>
            <a:off x="68122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06640" y="2240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NavigationStack, ne NavigationView?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12280" y="28072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81228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28072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Identifiable a Hashable?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812280" y="337413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337413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navigationDestination nad Listem?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12280" y="394106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06640" y="394106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dostal binding, ne kopii?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812280" y="450799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5079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je @Observable a jeden?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812280" y="507492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Nepřidal agent nic mimo rozsah?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40080" y="585216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585216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Cíl není hotová aplikace – ta je na cvičení. Cíl je postup: jedna funkce, diff, ověření, další funkce.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cvičení příští týden: Notes app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Specifikace → generace → ověření → rozbití → oprava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92808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7830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Specifikace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s F1–F5 a tabulkou A1–A8, každé kritérium s postupem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87752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2587752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63240" y="2587752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 projektoru, celé PRD jedním promptem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92424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02152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92424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Akceptace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63240" y="3392424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A1–A8 klikáním v simulátoru, ne čtením kódu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97096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306824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197096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Rozbij to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63240" y="419709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mezery, 500 znaků, rychlé mazání, mazání otevřené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5001768"/>
            <a:ext cx="69494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5111496"/>
            <a:ext cx="457200" cy="457200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11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5001768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Oprava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063240" y="500176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 to, co test odhalil – a znovu ověřit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955280" y="1783080"/>
            <a:ext cx="3593592" cy="3904488"/>
          </a:xfrm>
          <a:prstGeom prst="roundRect">
            <a:avLst>
              <a:gd name="adj" fmla="val 2036"/>
            </a:avLst>
          </a:prstGeom>
          <a:solidFill>
            <a:srgbClr val="1D1D2E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Odevzdání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0" y="237744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lab-06-done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LAB-06-NOTES.md: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PRD včetně A1–A8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vyplněná tabulka ✅ / ❌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nálezy z „Rozbij to“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review a predikce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40080" y="5897880"/>
            <a:ext cx="10911535" cy="603504"/>
          </a:xfrm>
          <a:prstGeom prst="roundRect">
            <a:avLst>
              <a:gd name="adj" fmla="val 12121"/>
            </a:avLst>
          </a:prstGeom>
          <a:solidFill>
            <a:srgbClr val="1D1D2E"/>
          </a:solidFill>
          <a:ln/>
        </p:spPr>
      </p:sp>
      <p:sp>
        <p:nvSpPr>
          <p:cNvPr id="33" name="Text 31"/>
          <p:cNvSpPr/>
          <p:nvPr/>
        </p:nvSpPr>
        <p:spPr>
          <a:xfrm>
            <a:off x="960120" y="5897880"/>
            <a:ext cx="102714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Kdo najde a zdokumentuje tichou chybu, dostane víc bodů než ten, komu prošla bez testu.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odnést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 přijde příště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CDCE4"/>
            </a:solidFill>
            <a:prstDash val="solid"/>
          </a:ln>
          <a:effectLst>
            <a:outerShdw sx="100000" sy="100000" kx="0" ky="0" algn="bl" rotWithShape="0" blurRad="88900" dist="25400" dir="5400000">
              <a:srgbClr val="B0B0C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5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si zapamatovat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005840" y="26426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146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role žijí dál: model, view, akce místo controlleru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005840" y="319125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6324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NavigationView ne – NavigationStack + value + destination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05840" y="373989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1188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Stabilní, unikátní id: diffing i navigace na něm stojí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05840" y="428853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6052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dostává binding, ne kopii (A1, A2)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005840" y="483717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70916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NavigationPath = zásobník jako data; při mazání ho zkrátit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5385816"/>
            <a:ext cx="109728" cy="109728"/>
          </a:xfrm>
          <a:prstGeom prst="ellipse">
            <a:avLst/>
          </a:prstGeom>
          <a:solidFill>
            <a:srgbClr val="F05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257800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PRD: cíl, F1…, edge cases, mimo rozsah, kritéria A1…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98080" y="1783080"/>
            <a:ext cx="4050792" cy="4206240"/>
          </a:xfrm>
          <a:prstGeom prst="roundRect">
            <a:avLst>
              <a:gd name="adj" fmla="val 1806"/>
            </a:avLst>
          </a:prstGeom>
          <a:solidFill>
            <a:srgbClr val="1D1D2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Příští přednáška · 3. 11.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2377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SwiftData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2400" y="30632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která přežijí zavření aplikace.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0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Jediný test, který u persistence platí, je restart.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Zdroje a další čtení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Všechno zdarma, od Applu a z komunity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WWDC22: The SwiftUI cookbook for navigation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178308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developer.apple.com/videos/play/wwdc2022/10054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258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Migrating to new navigation types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225856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developer.apple.com/documentation/swiftui/migrating-…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NavigationStack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273405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developer.apple.com/documentation/swiftui/navigationstack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NavigationPath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3209544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developer.apple.com/documentation/swiftui/navigationpath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6850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navigationDestination(for:destination:)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85032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developer.apple.com/documentation/swiftui/view/…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1605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UINavigationController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4160520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developer.apple.com/documentation/uikit/uinavigationcontroller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Apple: ContentUnavailableView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26480" y="4636008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developer.apple.com/documentation/swiftui/contentunavailableview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511149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Hudson: 100 Days of SwiftUI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0" y="5111496"/>
            <a:ext cx="5440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hackingwithswift.com/100/swiftui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na slidech odpovídá referenčnímu řešení code/W06-Notes a je ověřený překladem pro iOS 17.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AP9PT – NavigationStack a PRD</dc:title>
  <dc:subject>PptxGenJS Presentation</dc:subject>
  <dc:creator>Filip Vabroušek</dc:creator>
  <cp:lastModifiedBy>Filip Vabroušek</cp:lastModifiedBy>
  <cp:revision>1</cp:revision>
  <dcterms:created xsi:type="dcterms:W3CDTF">2026-10-13T15:57:04Z</dcterms:created>
  <dcterms:modified xsi:type="dcterms:W3CDTF">2026-10-13T15:57:04Z</dcterms:modified>
</cp:coreProperties>
</file>