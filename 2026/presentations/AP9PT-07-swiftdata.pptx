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Přednáška 7, Út 3. 11. 2026, 12:00–13:35. Připravuje cvičení příští týden (týden 9): Recipe Book – @Model, @Query, vztahy a restart test. Demo projekt Recipe-Demo otevřený v Xcode, simulátor nastartovaný.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Časy jsou podle plánu 90 min roztažené na 95. Blok Tichá chyba (část 3) dostává navíc ty minuty – nezkracovat ho, i kdyby se předchozí části protáhly. Radši zkrátit obrázky.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Myšlenka z klasického MVC: Model je zodpovědný za data aplikace, především perzistentní, a za logiku manipulace s nimi; ideálně není svázaný s View. Ve SwiftUI se z Controlleru stalo hlavně @Query a modelContext, ale hranice platí dál.
Vrstvy iOS: Core Data patří do vrstvy Core Services (služby pro přístup k datovému úložišti). SwiftData je moderní Swift vrstva nad stejnými myšlenkami persistence – entity, kontext, úložiště – jen bez editoru modelu a bez Objective-C dědictví. Nedělat z toho historii frameworků, stačí jedna věta.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Klíčová věta: Pro novou app SwiftData, Core Data jen pro legacy. Core Data přišlo na iOS ve verzi 3.0 (2009), na Macu dřív. SwiftData je od iOS 17 / macOS 14 (WWDC 2023). Koexistence Core Data a SwiftData nad jedním úložištěm je popsaná v Apple článku Adopting SwiftData for a Core Data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Napsat živě v Recipe-Demo. Referenční kód code/W07-Recipe má navíc id: UUID, kategorii jako enum přes categoryRaw a imageData – na slidu zkráceno.
Bod 3 opatrně: drobné změny (nová vlastnost s výchozí hodnotou nebo volitelná) zvládne SwiftData automatickou (lightweight) migrací; větší změny potřebují VersionedSchema a SchemaMigrationPlan. Detail v Apple docs, na cvičení to nepotřebujeme.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Odpověď: deleteRule je .cascade, takže se smaže i cibule. S výchozím .nullify by zůstala v databázi jako sirotek bez receptu.
Opatrně s vysvětlením chyb: SwiftData umí vztah odvodit z [Ingredient] + var recipe: Recipe? i bez makra @Relationship. Makro hlavně nastavuje delete rule a inverse. Takže 'ingredience se neuloží, protože chybí @Relationship' není automaticky správná diagnóza – nejdřív ověřit.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Ukázat v Recipe-Demo, kde řádek je. Ingredient by se do schématu dostal i přes vztah, ale explicitní seznam je čitelnější.
Sdílení dat s widgetem nebo rozšířením přes App Group přijde později v semestru – stačí zmínit, že pak se místo for: předá ModelConfiguration s vlastním umístěním.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Otázka na třídu: Srovnejte s TODO aplikací – kde je teď @Observable model s polem items? (Odpověď: není potřeba. Data drží úložiště a @Query je čte. Model z TODO se rozpadl na @Model třídy + modelContext.)
Typická otázka: '@Query vrací prázdné' – view musí být v hierarchii pod .modelContainer.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Navazuje na téma identity ve SwiftUI: diffing algoritmus potřebuje vědět, který view je který; u kolekcí id dodáváme my (Identifiable). @Model třídy splňují PersistentModel, který je Identifiable – id je PersistentIdentifier (ověřeno typecheckem). Jemnost pro zvídavé: u nově vloženého objektu je identifikátor do prvního uložení dočasný.
Kód odpovídá referenčnímu RecipeListView v code/W07-Recipe (filtr podle kategorie, mazání přes filtered[o]).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otázka: Kde v agentově kódu hledat insert? Když ho nenajdu, co to znamená? (Že se nic neukládá – nebo že ingredience jdou do úložiště jen přes vztah s receptem, který insert má. Najít aspoň jeden insert pro kořenový objekt.)
Autosave: hlavní kontext ukládá automaticky při událostech UI, např. při odchodu aplikace na pozadí – proto restart test dělá Cmd+Shift+H před zabitím.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k cvičení: kdo zkusí největší fotku z knihovny – zpomalí se scroll seznamu? Thumbnail z plné fotky v každém řádku je typický výkonový problém.
@Attribute(.externalStorage) je nápověda pro SwiftData, že hodnotu může uložit vedle databáze; ověřeno typecheckem. Referenční kód W07-Recipe používá prosté var imageData: Data?.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Plný výstup je v ai-test-outputs/. ObservableObject/@Published je tu schválně – je to starý zápis, který model vrátil; navíc je to další signál, že kód nevznikl podle aktuálních konvencí.
Pokud se na cvičení objeví reálný případ ✗ u A1 (restart), ukázat ten vedle července.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Rozdíl se projeví až ve chvíli, kdy proces zemře. Všechno, co student dělá při běžném klikání, spadá do čárkovaného rámečku.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Stejný checklist jako na cvičení – nechat na plátně během dema.
Restart dělat přes app switcher, jak to zažije uživatel. Tlačítko Stop (■) v Xcode za restart test nepočítat: proces sice skončí, ale bez přechodu na pozadí nemusí proběhnout autosave, takže výsledek je nespolehlivý oběma směry. (Ověřeno? Nacvičit na demo Macu, než se to řekne nahlas.)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Nacvičit předem! Co přesně se stane po smazání .modelContainer, je potřeba vyzkoušet: s @Query a @Environment(\.modelContext) bez containeru může aplikace místo tiché ztráty dat spadnout za běhu. Proto na slidu otázka 'spadne, nebo naběhne prázdná?' – ukázat skutečný výsledek a neříkat předem, co nastane. Pokud spadne, pointa platí taky: kompilátor to nepoznal, ukázal to až běh.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Plán uvádí orientačně ~10 000 entit; na slidu schválně bez čísla – hranice závisí na velikosti objektů a dotazech.
CloudKit: NEříkat 'jednořádkový opt-in'. Potřeba je capability iCloud + Background Modes (remote notifications), kontejner, a model musí splnit omezení CloudKitu (vlastnosti volitelné nebo s výchozí hodnotou, vztahy volitelné, žádné @Attribute(.unique)). Ověřit v Apple docs před tvrzením detailů.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URL WWDC sessions ověřit kliknutím před výukou (čísla sessions: 10187, 10195, 10137).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F0513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F0513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AP9PT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1272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SwiftData: data, která přežijí restart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37673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Pokročilé mobilní technologie  ·  FAI UTB  ·  ZS 2026/2027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Vabroušek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7  ·  3. 11.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Dnešní plán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Dosud žila data jen v paměti. Dnes je uložíme natrvalo – a naučíme se to ověřit.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0–40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 úložiště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data v aplikaci žijí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SwiftData, ne Core Data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@Model, vztahy, ModelContainer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71416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45736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Čtení a zápis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5736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@Query a živé aktualizace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Stabilní identita v seznamu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delete, obrázky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02752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7072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70–95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77072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Tichá chyba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77072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poznat, že persistence funguje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test živě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 SwiftData nestačí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3 je nejdůležitější blok dne. Dostane nejvíc času.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Kde data v aplikaci žijí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odpovídá za trvalá data a za logiku, která s nimi pracuje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2A2A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Cocoa Touch · SwiftUI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obrazovky, gesta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15768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2A2A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07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1729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grafika, zvuk, video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48456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398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Services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1056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úložiště, síť, poloha – Core Data, SwiftData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2A2A3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72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038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soubory, paměť, zabezpečení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5120" y="178308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 dat ve SwiftUI aplikaci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675120" y="2240280"/>
            <a:ext cx="48737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22402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509760" y="22402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 zobrazuje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11996" y="2825496"/>
            <a:ext cx="914" cy="201168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75120" y="3044952"/>
            <a:ext cx="48737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30449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 / modelContext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509760" y="30449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čte a zapisuje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11996" y="3630168"/>
            <a:ext cx="914" cy="201168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0" y="3849624"/>
            <a:ext cx="48737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3849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 třídy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509760" y="38496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pravidla nad nimi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11996" y="4434840"/>
            <a:ext cx="914" cy="201168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75120" y="4654296"/>
            <a:ext cx="48737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03720" y="46542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úložiště na disku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509760" y="46542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přežije konec procesu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57150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7150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nezná obrazovky. Obrazovky neví, jak se data ukládají. Tuhle hranici v diffu hlídáte vy.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SwiftData, a ne Core Data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Stejné myšlenky persistence, jiný jazyk zápisu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34640" y="178308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1D1D2E"/>
          </a:solidFill>
          <a:ln w="12700">
            <a:solidFill>
              <a:srgbClr val="1D1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(od 2009 na iOS)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40880" y="1783080"/>
            <a:ext cx="4507992" cy="640080"/>
          </a:xfrm>
          <a:prstGeom prst="roundRect">
            <a:avLst>
              <a:gd name="adj" fmla="val 7143"/>
            </a:avLst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78308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 (od iOS 17)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ECECF1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251460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ECECF1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514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dědictví Objective-C, NSPredicate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40880" y="2514600"/>
            <a:ext cx="45079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51460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Swift, makro #Predicate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ECECF1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34640" y="324612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ECECF1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3246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grafický editor .xcdatamodeld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0" y="3246120"/>
            <a:ext cx="45079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324612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 Swift kód s makrem @Model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ECECF1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Čtení ve view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834640" y="397764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ECECF1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977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@FetchRequest, NSManagedObject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40880" y="3977640"/>
            <a:ext cx="45079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97764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@Query, vaše vlastní třída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70916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ECECF1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709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Souběžnost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834640" y="4709160"/>
            <a:ext cx="4114800" cy="640080"/>
          </a:xfrm>
          <a:prstGeom prst="roundRect">
            <a:avLst>
              <a:gd name="adj" fmla="val 7143"/>
            </a:avLst>
          </a:prstGeom>
          <a:solidFill>
            <a:srgbClr val="ECECF1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4709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ručně pro každé vlákno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40880" y="4709160"/>
            <a:ext cx="45079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470916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navržené pro Swift concurrency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57150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57150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novou aplikaci SwiftData. Core Data potkáte v existujících projektech – a obě umí sdílet jedno úložiště.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 úložiště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Třída s makrem, vztahy a jeden řádek, který zapne databázi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@Model: entita jako Swift třída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Žádný editor schématu – schéma je tenhle kód  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160520"/>
          </a:xfrm>
          <a:prstGeom prst="roundRect">
            <a:avLst>
              <a:gd name="adj" fmla="val 131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2179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 Recipe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title: String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cookTime: Int              // minuty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createdAt: Date = Date.now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@Relationship(deleteRule: .cascade,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inverse: \Ingredient.recipe)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ingredients: [Ingredient] = []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init(title: String, cookTime: Int = 30)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self.title = title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self.cookTime = cookTime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0" y="18288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92440" y="221284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 z třídy vyrobí schéma úložiště a sleduje změny – podobně jako @Observable.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32004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92440" y="358444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struct. Úložiště potřebuje jednu instanci se stálou identitou, ne kopie.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0" y="45720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92440" y="4572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výchozí hodnoty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92440" y="495604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Přidaná vlastnost s výchozí hodnotou se do existující databáze doplní snáz.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Vztah 1 : N – recept a jeho ingredience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na jedné straně, volitelná reference na druhé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502920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 Ingredient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name: String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amount: String    // "200 g", "2 ks"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recipe: Recipe?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init(name: String, amount: String)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self.amount = amount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92240" y="17830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D1D2E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[ingredients]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0" y="1600200"/>
            <a:ext cx="185623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0" y="160020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Cibule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flipV="1">
            <a:off x="8613648" y="1783080"/>
            <a:ext cx="1060704" cy="45720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92640" y="2057400"/>
            <a:ext cx="185623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0" y="205740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Brambory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13648" y="2240280"/>
            <a:ext cx="1060704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692640" y="2514600"/>
            <a:ext cx="185623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0" y="251460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13648" y="2240280"/>
            <a:ext cx="1060704" cy="457200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50976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každá zná svůj recipe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474720"/>
            <a:ext cx="505663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4C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.cascade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09560" y="3474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smaže recept → smažou se i ingredience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023360"/>
            <a:ext cx="505663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023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.nullify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0956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ingredience zůstanou, recipe = nil (výchozí)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4572000"/>
            <a:ext cx="505663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45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4572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.deny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09560" y="4572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 nejde smazat, dokud má ingredience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4406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54406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Otázka: smažu Bramborák. Co se stane s cibulí?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ModelContainer: kde úložiště vzniká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Jednou, na kořeni aplikace  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12121C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035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@main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RecipeApp: App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Scene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WindowGroup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RecipeListView()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.modelContainer(for: [Recipe.self, Ingredient.self])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náhled a testy – data jen v paměti: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6400800" cy="1188720"/>
          </a:xfrm>
          <a:prstGeom prst="roundRect">
            <a:avLst>
              <a:gd name="adj" fmla="val 461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75504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#Preview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RecipeListView()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.modelContainer(for: Recipe.self, inMemory: true)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0" y="1783080"/>
            <a:ext cx="4050792" cy="4434840"/>
          </a:xfrm>
          <a:prstGeom prst="roundRect">
            <a:avLst>
              <a:gd name="adj" fmla="val 1806"/>
            </a:avLst>
          </a:prstGeom>
          <a:solidFill>
            <a:srgbClr val="1D1D2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Klíčová věta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23774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Tenhle jeden řádek je rozdíl mezi databází a polem v paměti.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772400" y="38404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vytvoří úložiště na disku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vloží modelContext do environmentu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@Query funguje jen ve view pod ním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sdílení přes App Group později: vlastní ModelConfiguration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Čtení a zápis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@Query, stabilní identita a operace nad modelContext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@Query: načíst a sledovat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živá aktualizace. Změna v úložišti překreslí view sama  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3429000"/>
          </a:xfrm>
          <a:prstGeom prst="roundRect">
            <a:avLst>
              <a:gd name="adj" fmla="val 16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30936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RecipeListView: View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@Query(sort: \Recipe.createdAt, order: .reverse)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var recipes: [Recipe]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@Environment(\.modelContext) private var ctx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List(recipes) { recipe in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Text(recipe.title)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3492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 a řazení – rychlé recepty podle názvu: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5687568"/>
            <a:ext cx="6675120" cy="868680"/>
          </a:xfrm>
          <a:prstGeom prst="roundRect">
            <a:avLst>
              <a:gd name="adj" fmla="val 6316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33872"/>
            <a:ext cx="6309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@Query(filter: #Predicate&lt;Recipe&gt; { $0.cookTime &lt;= 30 },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sort: \Recipe.title) private var quick: [Recipe]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18288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38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22128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pole ve @State, žádný ruční reload. Data drží úložiště, view je jen čte.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32461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3880" y="3246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modelContext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83880" y="363016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Přes něj se zapisuje: insert, delete. Dostanete ho z environmentu.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466344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388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#Predicate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3880" y="504748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Podmínka v čistém Swiftu. Kompilátor zkontroluje názvy vlastností.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Stabilní identita v seznamu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@Model je Identifiable – id přiděluje úložiště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035040" cy="2926080"/>
          </a:xfrm>
          <a:prstGeom prst="roundRect">
            <a:avLst>
              <a:gd name="adj" fmla="val 187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56692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ForEach(filtered) { recipe in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RecipeRow(recipe: recipe)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.onDelete { offsets in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offsets {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ctx.delete(filtered[i])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86600" y="1783080"/>
            <a:ext cx="44622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60920" y="1901952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na tom záleží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60920" y="2286000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podle id pozná, který řádek je který: co animovat, co smazat, co zachovat.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86600" y="3337560"/>
            <a:ext cx="44622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60920" y="3456432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dostanete zadarmo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0920" y="3840480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List(recipes) bez id: – identita je persistentModelID, stejná i po restartu.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8920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Lekce z TODO platí dál: ve filtrovaném seznamu mažte objekt z filtrovaného pole – ne index v celém.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ForEach(…, id: \.self) nebo id: \.title u @Model? Zbytečné a u stejných názvů chybné.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Insert, update, delete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Běžná Swift syntaxe, ukládání je automatické  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4343400"/>
          </a:xfrm>
          <a:prstGeom prst="roundRect">
            <a:avLst>
              <a:gd name="adj" fmla="val 1263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3093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 = Recipe(title: "Bramborák")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ctx.insert(r)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 – stačí změnit vlastnost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r.cookTime = 25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Vztah – přidat do pole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onion = Ingredient(name: "Cibule", amount: "1 ks")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r.ingredients.append(onion)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– cascade smaže i ingredience</a:t>
            </a:r>
            <a:endParaRPr lang="en-US" sz="1300" dirty="0"/>
          </a:p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ctx.delete(r)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0" y="1783080"/>
            <a:ext cx="395935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0" y="225856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něj objekt existuje jen v paměti. Tohle je řádek, který v diffu hledáte první.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3246120"/>
            <a:ext cx="395935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C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0" y="372160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Změna vlastnosti se zapíše sama. Žádné „ulož“ tlačítko v kódu.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0" y="4709160"/>
            <a:ext cx="395935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0A8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0" y="518464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Ručně jen pro dávky nebo když musíte mít jistotu hned teď.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Obrázky – jak ano, jak 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cesty podle toho, odkud obrázek přichází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pevná sada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Catalog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2971800" cy="438912"/>
          </a:xfrm>
          <a:prstGeom prst="roundRect">
            <a:avLst>
              <a:gd name="adj" fmla="val 10417"/>
            </a:avLst>
          </a:prstGeom>
          <a:solidFill>
            <a:srgbClr val="12121C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301752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imageName: String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Obrázky v balíčku aplikace, za běhu se nemění. Do modelu jen název.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71416" y="178308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45736" y="196596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4" name="Text 12"/>
          <p:cNvSpPr/>
          <p:nvPr/>
        </p:nvSpPr>
        <p:spPr>
          <a:xfrm>
            <a:off x="474573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0096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cvičení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45736" y="25603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 modelu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45736" y="3017520"/>
            <a:ext cx="2971800" cy="438912"/>
          </a:xfrm>
          <a:prstGeom prst="roundRect">
            <a:avLst>
              <a:gd name="adj" fmla="val 10417"/>
            </a:avLst>
          </a:prstGeom>
          <a:solidFill>
            <a:srgbClr val="12121C"/>
          </a:solidFill>
          <a:ln/>
        </p:spPr>
      </p:sp>
      <p:sp>
        <p:nvSpPr>
          <p:cNvPr id="18" name="Text 16"/>
          <p:cNvSpPr/>
          <p:nvPr/>
        </p:nvSpPr>
        <p:spPr>
          <a:xfrm>
            <a:off x="4855464" y="301752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imageData: Data?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45736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Fotka od uživatele (PhotosPicker). Pozor na velikost – komprimovat!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02752" y="178308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77072" y="196596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2" name="Text 20"/>
          <p:cNvSpPr/>
          <p:nvPr/>
        </p:nvSpPr>
        <p:spPr>
          <a:xfrm>
            <a:off x="857707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71432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77072" y="25603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Soubor + název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77072" y="3017520"/>
            <a:ext cx="2971800" cy="438912"/>
          </a:xfrm>
          <a:prstGeom prst="roundRect">
            <a:avLst>
              <a:gd name="adj" fmla="val 10417"/>
            </a:avLst>
          </a:prstGeom>
          <a:solidFill>
            <a:srgbClr val="12121C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301752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fileName: String?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77072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Soubor do Documents, do modelu jen název. Databáze zůstane malá.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80060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946904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@Attribute(.externalStorage)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imageData: Data?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0" y="4800600"/>
            <a:ext cx="5513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Mezicesta: SwiftData smí velká data uložit mimo databázi sama. Kód se nemění.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 PhotosPicker typicky navrhne Data v modelu. Na cvičení stačí – v produkci soubor.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Tichá chyba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poznat, že persistence opravdu funguje – nejdůležitější blok dne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Reálný případ: „Save the history with SwiftData“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 jazykového modelu, červenec 2026 – zkráceno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2011680"/>
          </a:xfrm>
          <a:prstGeom prst="roundRect">
            <a:avLst>
              <a:gd name="adj" fmla="val 2727"/>
            </a:avLst>
          </a:prstGeom>
          <a:solidFill>
            <a:srgbClr val="12121C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5836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SwiftData          // ← je tam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WeatherViewModel: ObservableObject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@Published var history: [Weather] = []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← ale historie žije TADY, v paměti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„import SwiftData“ byl dekorace.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Kompilátor kontroluje typy, ne záměr. „Ulož to natrvalo“ není typ.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0" y="178308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přeloží se bez varování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01000" y="2258568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naběhne, vypadá profesionálně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01000" y="2734056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historie se plní a zobrazuje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01000" y="3438144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žádný @Model ani @Query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01000" y="3913632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žádný .modelContainer, insert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01000" y="438912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 restartu je historie pryč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406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4406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znělo doslova: „Make a weather app. (…) Save the history with SwiftData.“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to Xcode nechytí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běhu jsou pole v paměti a úložiště k nerozeznání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1752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přidat recept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vidím ho v seznamu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408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zabít aplikaci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znovu otevřít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pole v paměti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17520" y="22402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C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240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18888" y="2651760"/>
            <a:ext cx="192024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22402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C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240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30568" y="2651760"/>
            <a:ext cx="192024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40880" y="22402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CD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240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končí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42248" y="2651760"/>
            <a:ext cx="192024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224028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453A"/>
          </a:solidFill>
          <a:ln w="19050">
            <a:solidFill>
              <a:srgbClr val="FF45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2402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prázdno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SwiftData úložiště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17520" y="34747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C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18888" y="3886200"/>
            <a:ext cx="192024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29200" y="34747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CDC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30568" y="3886200"/>
            <a:ext cx="192024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40880" y="34747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DCDC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končí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842248" y="3886200"/>
            <a:ext cx="192024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52560" y="3474720"/>
            <a:ext cx="1783080" cy="822960"/>
          </a:xfrm>
          <a:prstGeom prst="roundRect">
            <a:avLst>
              <a:gd name="adj" fmla="val 6667"/>
            </a:avLst>
          </a:prstGeom>
          <a:solidFill>
            <a:srgbClr val="34C759"/>
          </a:solidFill>
          <a:ln w="19050">
            <a:solidFill>
              <a:srgbClr val="34C7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34747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recepty tam jsou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26080" y="2148840"/>
            <a:ext cx="3977640" cy="2240280"/>
          </a:xfrm>
          <a:prstGeom prst="roundRect">
            <a:avLst/>
          </a:prstGeom>
          <a:ln w="25400">
            <a:solidFill>
              <a:srgbClr val="F05138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017520" y="4434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tady se obě chovají stejně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3492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53492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 pro zbytek semestru: u persistence „funguje to“ nic neznamená, dokud jste aplikaci nezabili a znovu neotevřeli.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na 20 sekund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Než schválíte jakýkoli diff, který má něco ukládat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11096"/>
            <a:ext cx="457200" cy="457200"/>
          </a:xfrm>
          <a:prstGeom prst="ellipse">
            <a:avLst/>
          </a:prstGeom>
          <a:solidFill>
            <a:srgbClr val="1D1D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model @Model final class – a ne struct?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92640" y="178308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@Model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734056"/>
            <a:ext cx="457200" cy="457200"/>
          </a:xfrm>
          <a:prstGeom prst="ellipse">
            <a:avLst/>
          </a:prstGeom>
          <a:solidFill>
            <a:srgbClr val="1D1D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6060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.modelContainer(for:) na WindowGroup?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60604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soubor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57016"/>
            <a:ext cx="457200" cy="457200"/>
          </a:xfrm>
          <a:prstGeom prst="ellipse">
            <a:avLst/>
          </a:prstGeom>
          <a:solidFill>
            <a:srgbClr val="1D1D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4290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Čte se přes @Query, ne z lokálního @State pole?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92640" y="3429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seznamová 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79976"/>
            <a:ext cx="457200" cy="457200"/>
          </a:xfrm>
          <a:prstGeom prst="ellipse">
            <a:avLst/>
          </a:prstGeom>
          <a:solidFill>
            <a:srgbClr val="1D1D2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25196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Volá se někde modelContext.insert(…)?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0" y="42519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insert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10911535" cy="713232"/>
          </a:xfrm>
          <a:prstGeom prst="roundRect">
            <a:avLst>
              <a:gd name="adj" fmla="val 10256"/>
            </a:avLst>
          </a:prstGeom>
          <a:solidFill>
            <a:srgbClr val="FFF1EE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20293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074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test: přidat → Cmd+Shift+H → app switcher → swipe nahoru → otevřít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92640" y="507492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simulátor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9436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9436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1–4 čtete v kódu. Bod 5 je jediný, který dokazuje, že data opravdu přežijí.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Živě: restart test na Recipe-Demo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Tenhle rozdíl uvidíte, ne uslyšíte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223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Spustit, přidat recept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2219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Cmd+Shift+H → app switcher → swipe nahoru → otevřít z plochy. Recept tam je.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7223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35808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880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Smazat .modelContainer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2461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Řádek z WindowGroup pryč. Build projde bez chyby i varování.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31336"/>
            <a:ext cx="7223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05993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90448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Zopakovat stejný test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27024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Tipněte si předem: spadne, nebo naběhne prázdná? Pak se podíváme.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855464"/>
            <a:ext cx="7223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08406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8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9286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Vrátit řádek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5294376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znovu zelený. Takhle vypadá důkaz, který patří do poznámek ke cvičení.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0" y="1783080"/>
            <a:ext cx="3319272" cy="3986784"/>
          </a:xfrm>
          <a:prstGeom prst="roundRect">
            <a:avLst>
              <a:gd name="adj" fmla="val 2204"/>
            </a:avLst>
          </a:prstGeom>
          <a:solidFill>
            <a:srgbClr val="1D1D2E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demo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0" y="242316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se změnil o jeden řádek.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Kompilátor mlčí.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Rozdíl odhalí jen to, co uděláte rukama v simulátoru.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59436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59436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cvičení příští týden budou kritéria A1–A4 přesně tenhle test – pro recept, smazání, ingredience a fotku.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Kdy SwiftData nestačí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Lokální úložiště jedné aplikace na jednom zařízení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109728" cy="86868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Lokální data, tisíce záznamů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1783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 stačí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26680" y="1783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Recepty, návyky, deník – vše, co dělá cvičení.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61488"/>
            <a:ext cx="109728" cy="868680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614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mezi zařízeními jednoho uživatele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76148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 + CloudKit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26680" y="27614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Capability, iCloud kontejner a omezení modelu: výchozí hodnoty, volitelné vztahy, žádné unique.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39896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39896"/>
            <a:ext cx="109728" cy="868680"/>
          </a:xfrm>
          <a:prstGeom prst="rect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73989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Sdílení s jinými uživateli, server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373989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(Postgres, Firebase…)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26680" y="373989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 nanejvýš jako lokální cache.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18304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718304"/>
            <a:ext cx="109728" cy="868680"/>
          </a:xfrm>
          <a:prstGeom prst="rect">
            <a:avLst/>
          </a:prstGeom>
          <a:solidFill>
            <a:srgbClr val="6E6E7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7183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Analytika, velké logy, složité dotazy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4718304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přímo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26680" y="471830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potřebujete plnou kontrolu nad SQL.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Otázka do PRD: kde ta data mají žít – a kdo další je potřebuje vidět?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Cvičení příští týden: Recipe Book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Specifikace → generace → ověřování → rozbíjení → oprava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1783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F1–F7: seznam, detail, nový recept, ingredience, foto, mazání, filtr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58775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Kritéria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258775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A1–A7 – u každého konkrétní postup ověření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0215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92424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Predikce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520" y="339242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„Tipuju, že agent zvorá tohle: …“ – před generací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197096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197096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17520" y="419709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na projektoru, celé PRD jedním promptem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11149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0017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Ověření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17520" y="50017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test na A1–A4, filtr nemaže data, prázdný stav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955280" y="1783080"/>
            <a:ext cx="3593592" cy="3904488"/>
          </a:xfrm>
          <a:prstGeom prst="roundRect">
            <a:avLst>
              <a:gd name="adj" fmla="val 2036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Akceptační kritérium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23774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„App ukládá recepty.“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„Přidám recept → zabiju app → znovu otevřu → recept tam je.“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Dobré kritérium říká, co udělám a co musím vidět.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Psaní kódu už není práce. Prací je úsudek.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odnést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 přijde příště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zapamatovat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26426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5146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 final class – schéma je Swift kód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05840" y="319125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632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@Relationship: cascade / nullify / deny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373989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6118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.modelContainer na WindowGroup = databáze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05840" y="428853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16052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@Query čte a sleduje, modelContext zapisuje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05840" y="483717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0916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 z úložiště – mazat objekt, ne index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05840" y="53858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2578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platí až po restart testu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98080" y="1783080"/>
            <a:ext cx="4050792" cy="4206240"/>
          </a:xfrm>
          <a:prstGeom prst="roundRect">
            <a:avLst>
              <a:gd name="adj" fmla="val 1806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Příští přednáška · 10. 11.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Intents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72400" y="30632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a Zkratky: jak aplikace nabídne své akce systému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Cvičení příští týden: Recipe Book – @Model, @Query, vztahy a restart test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Zdroje a další čtení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Všechno zdarma, od Applu a z komunity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WWDC23: Meet SwiftData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17830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developer.apple.com/videos/play/wwdc2023/10187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WWDC23: Model your schema with SwiftData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225856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developer.apple.com/videos/play/wwdc2023/10195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340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WWDC24: What's new in SwiftData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73405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developer.apple.com/videos/play/wwdc2024/10137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SwiftData (framework)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20954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6850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Adopting SwiftData for a Core Data 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36850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developer.apple.com/documentation/coredata/…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Query (makro)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41605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developer.apple.com/documentation/swiftdata/query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6360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Hudson: SwiftData by Example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463600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hackingwithswift.com/quick-start/swiftdata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na slidech odpovídá referenčnímu řešení code/W07-Recipe (zkráceno).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AP9PT – SwiftData</dc:title>
  <dc:subject>PptxGenJS Presentation</dc:subject>
  <dc:creator>Filip Vabroušek</dc:creator>
  <cp:lastModifiedBy>Filip Vabroušek</cp:lastModifiedBy>
  <cp:revision>1</cp:revision>
  <dcterms:created xsi:type="dcterms:W3CDTF">2026-10-13T15:57:00Z</dcterms:created>
  <dcterms:modified xsi:type="dcterms:W3CDTF">2026-10-13T15:57:00Z</dcterms:modified>
</cp:coreProperties>
</file>