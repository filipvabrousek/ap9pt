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Připravuje lab týdne 10 (16.–19. 11.): W9 Habit Tracker s intentem „označ návyk jako hotový“. Út 17. 11. je státní svátek – přednáška ani cvičení C a D nebudou. Tahle přednáška proto musí obstát sama: pro C a D je to jediný výklad App Intents před samostudiem. Ohlásit hned na začátku (viz slide Lab příští týden). Kvízy v semestru nejsou.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Myšlenka z úvodní přednášky: iPhone, iPad, Mac, Watch, Siri a Zkratky jsou jeden ekosystém, protože HW i SW dělá jedna firma. Odtud plyne, proč se jeden intent objeví na tolika místech. App Intents existují od iOS 16; každá další verze přidala místa, kde se intent objeví.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Klasické čtyřvrstvé schéma iOS (Cocoa Touch / Media / Core Services / Core OS). Frameworky jsou dynamicky sdílené knihovny – appka je nevozí s sebou. App Intents nakreslen nahoře jako integrační vrstva; formálně je to framework jako ostatní, ale jeho role je ‚appka mluví k systému‘, ne ‚appka používá službu systému‘.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Ověřeno swiftc -typecheck -swift-version 6: varianta se static let projde. Referenční kód code/W09-Habits/Intents má static var; ve Swift 6 language mode HabitEntity hlásí ‚static property … is not concurrency-safe‘ u typeDisplayRepresentation a defaultQuery. Pokud agent vygeneruje static var a build projde, je projekt ve Swift 5 módu nebo s výchozí MainActor izolací – na tom nezáleží, ale stojí za otázku v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Kód odpovídá code/W09-Habits/Intents/MarkHabitDoneIntent.swift, jen try? je nahrazené try (reference spolkne chybu fetch i save). Bod 3 je otevřená otázka pro review: referenční Habit.toggleToday dnešní záznam při druhém spuštění smaže – A7 v labu (idempotence) chce po dvou spuštěních jeden záznam. Nechat studenty, ať si to rozhodnou a zapíšou do PRD.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Pomocná funkce load(_:) je na slidu jen kvůli délce; v referenčním kódu code/W09-Habits/Intents/HabitEntity.swift je fetch rozepsaný v obou funkcích (a s try?, které chybu spolkne). Ověřeno swiftc -typecheck.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Čeština není jazyk, kterému Siri rozumí – české fráze jsou pro Zkratky a pro čtení. Pro demo přes Siri na anglickém Macu je potřeba anglická fráze (např. „Mark \(\.$habit) as done in \(.applicationName)“). Projekt v labu se jmenuje Habit-AP9PT, F5 v PRD píše „Habit AP9PT“ – ať si to studenti ohlídají.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isDiscoverable: Apple ji popisuje jako to, zda systém smí intent objevit a nabídnout uživateli; false se hodí pro intenty, které appka používá jen interně (tlačítko ve widgetu). Netvrdit, že ‚Apple Intelligence ho proaktivně nabídne‘ – to vlastnost sama nezaručuje. openAppWhenRun: lab A6 stojí přesně na tomhle.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nad zálohou W10-Habits/zaloha (ověřená na iMacu v 52-202). Kroky 3–5 odpovídají A3, A4/A6 a A5 v labu. Názvy záložek a tlačítek ve Zkratkách se mezi verzemi iOS mění – ukázat živě, neslibovat konkrétní záložku.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Stav podle plánu přednášky 09: nová Siri s Apple Intelligence v EU není na iOS/iPadOS, je na macOS, watchOS a visionOS. Před hodinou ověřit aktuální stav na apple.com (dostupnost se mění s každou verzí). Demo na Macu jen pokud je den předem vyzkoušené: macOS se zapnutou Apple Intelligence, systém i Siri v angličtině, intent s anglickou frází. Když nejde, demo vypustit, zůstane tabulka (stejné rozhodnutí jako ve scénáři týdne 10). Netvrdit konkrétní délku ‚migračního okna‘ SiriKitu ani čísla verzí App Intents.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Odpověď: Zkratky, Spotlight, Siri (kde je dostupná), na Macu. Časový limit perform() Apple neuvádí jako pevné číslo pro všechny případy – proto bez čísla: krátká akce, dlouhá práce patří jinam.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je zkrácený z bloku B labu 09 (část o intentech). Záměrně bez zmínky o target membership, save() a sdíleném contextu – přesně to mají studenti na cvičení najít sami. Pokud se agent zasekne na ModelContext z intentu, ukázat mu HabitContainer.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Zapisovat jména zájemců o skupinu E (max 8). Hodnocení samostudia stejné jako lab (30/30/25/15). Podklad a záloha do Pá 13. 11. – viz scénář týdne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4937760" cy="4937760"/>
          </a:xfrm>
          <a:prstGeom prst="ellipse">
            <a:avLst/>
          </a:prstGeom>
          <a:solidFill>
            <a:srgbClr val="F0513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2926080" cy="2926080"/>
          </a:xfrm>
          <a:prstGeom prst="ellipse">
            <a:avLst/>
          </a:prstGeom>
          <a:solidFill>
            <a:srgbClr val="F0513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AP9PT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40080" y="31272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Intents: aplikace mluví se systémem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37673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Pokročilé mobilní technologie  ·  FAI UTB  ·  ZS 2026/2027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 Vabroušek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 ·  út 10. 11.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Dnešní plán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Dosud žila vaše app jen za svou ikonou. Dnes ji naučíme mluvit se systémem.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Proč a kde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mimo svou ikonu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Vrstvy iOS a frameworky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Tři kusy jednoho intentu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71416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45736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2" name="Text 10"/>
          <p:cNvSpPr/>
          <p:nvPr/>
        </p:nvSpPr>
        <p:spPr>
          <a:xfrm>
            <a:off x="474573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0096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20–55 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45736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Kód intentu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45736" y="320040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AppIntent a perform()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AppEntity a EntityQuery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AppShortcutsProvider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Tři vlastnosti navíc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02752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77072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8" name="Text 16"/>
          <p:cNvSpPr/>
          <p:nvPr/>
        </p:nvSpPr>
        <p:spPr>
          <a:xfrm>
            <a:off x="857707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71432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55–95 min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77072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Ověření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577072" y="320040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≠ intent, který systém vidí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Živě: test ve Zkratkách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EU, Mac a co intent neumí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Živě: Claude Code a review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Hlavní myšlenka: kód, který se přeloží, ještě není intent, který systém vidí. Pozná to jen app Zkratky.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Aplikace žije i mimo svou ikonu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deklarovaná akce – systém ji nabídne na mnoha místech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480560" y="3063240"/>
            <a:ext cx="3200400" cy="1188720"/>
          </a:xfrm>
          <a:prstGeom prst="roundRect">
            <a:avLst>
              <a:gd name="adj" fmla="val 7692"/>
            </a:avLst>
          </a:prstGeom>
          <a:solidFill>
            <a:srgbClr val="F05138"/>
          </a:solidFill>
          <a:ln/>
        </p:spPr>
      </p:sp>
      <p:sp>
        <p:nvSpPr>
          <p:cNvPr id="5" name="Text 3"/>
          <p:cNvSpPr/>
          <p:nvPr/>
        </p:nvSpPr>
        <p:spPr>
          <a:xfrm>
            <a:off x="4480560" y="3200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MarkHabitDoneIntent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480560" y="36850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„označ návyk jako hotový“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1D1D2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56232"/>
            <a:ext cx="2560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299716"/>
            <a:ext cx="25603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hlasem, bez otevření app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1D1D2E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673352"/>
            <a:ext cx="2560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Zkratky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00600" y="2116836"/>
            <a:ext cx="25603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akce do vlastních automatizací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595360" y="178308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1D1D2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0" y="1856232"/>
            <a:ext cx="2560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0" y="2299716"/>
            <a:ext cx="25603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akce přímo ve výsledcích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57200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1D1D2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645152"/>
            <a:ext cx="2560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Intelligence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5088636"/>
            <a:ext cx="25603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návrhy akcí (kde je dostupná)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595360" y="457200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1D1D2E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0" y="4645152"/>
            <a:ext cx="2560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· Watch · iPad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0" y="5088636"/>
            <a:ext cx="25603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tentýž kód, jiné zařízení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flipH="1" flipV="1">
            <a:off x="3566160" y="2377440"/>
            <a:ext cx="1188720" cy="868680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6080760" y="2578608"/>
            <a:ext cx="914" cy="484632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7406640" y="2377440"/>
            <a:ext cx="1188720" cy="868680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3566160" y="4160520"/>
            <a:ext cx="1188720" cy="777240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406640" y="4160520"/>
            <a:ext cx="1188720" cy="777240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840480" y="47548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tuhle funkci uživatel appku vůbec nemusí otevřít.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" y="580644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tolik míst: Apple dělá hardware i software celého ekosystému. Akci, kterou appka jednou popíše, pak umí zavolat každá jeho část.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 appka mluví se systémem: frameworky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je postavený ve vrstvách – a appka každou z nich volá přes framework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949440" cy="713232"/>
          </a:xfrm>
          <a:prstGeom prst="roundRect">
            <a:avLst>
              <a:gd name="adj" fmla="val 7692"/>
            </a:avLst>
          </a:prstGeom>
          <a:solidFill>
            <a:srgbClr val="F0513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Intents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971800" y="173736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akce appky pro Siri, Zkratky, Spotlight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6949440" cy="713232"/>
          </a:xfrm>
          <a:prstGeom prst="roundRect">
            <a:avLst>
              <a:gd name="adj" fmla="val 7692"/>
            </a:avLst>
          </a:prstGeom>
          <a:solidFill>
            <a:srgbClr val="1D1D2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56032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Cocoa Touch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971800" y="256032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 vstup: dnes SwiftUI (dříve UIKit), notifikace, MapKit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6949440" cy="713232"/>
          </a:xfrm>
          <a:prstGeom prst="roundRect">
            <a:avLst>
              <a:gd name="adj" fmla="val 7692"/>
            </a:avLst>
          </a:prstGeom>
          <a:solidFill>
            <a:srgbClr val="2A2A3D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8328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971800" y="338328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grafika, animace, audio, video: Core Animation, AVFoundation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6949440" cy="713232"/>
          </a:xfrm>
          <a:prstGeom prst="roundRect">
            <a:avLst>
              <a:gd name="adj" fmla="val 7692"/>
            </a:avLst>
          </a:prstGeom>
          <a:solidFill>
            <a:srgbClr val="3A3A5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20624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Services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971800" y="420624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 služby: Foundation, SwiftData, Core Location, síť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6949440" cy="713232"/>
          </a:xfrm>
          <a:prstGeom prst="roundRect">
            <a:avLst>
              <a:gd name="adj" fmla="val 7692"/>
            </a:avLst>
          </a:prstGeom>
          <a:solidFill>
            <a:srgbClr val="4A4A6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02920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971800" y="502920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jádro Darwin, paměť, souborový systém, Bluetooth, Security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83387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01000" y="1737360"/>
            <a:ext cx="3547872" cy="393192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7532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z toho plyne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75320" y="237744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Appka nesahá na hardware ani na jiné appky přímo. Vždy se ptá frameworku.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Intents je obrácený směr: appka systému nabízí, co umí, a systém ji zavolá.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Všechno nad tím (Siri, Zkratky, Spotlight) je jen konzument téhle nabídky.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" y="58978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589788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Vrstvy se nemění. Mění se, kterým frameworkem appku k systému připojíme – dnes App Intents.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Tři kusy jednoho intentu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cvičení je vygeneruje Claude Code – vy musíte poznat, který chybí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057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AppIntent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appka umí udělat. Titulek, parametry a perform().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78808" y="3291840"/>
            <a:ext cx="274320" cy="914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71416" y="178308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45736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3" name="Text 11"/>
          <p:cNvSpPr/>
          <p:nvPr/>
        </p:nvSpPr>
        <p:spPr>
          <a:xfrm>
            <a:off x="474573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40096" y="2057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věci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45736" y="2697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AppEntity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45736" y="32461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Vaše data, jak je zná systém. „Ranní běh“ je HabitEntity. EntityQuery je umí najít.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10144" y="3291840"/>
            <a:ext cx="274320" cy="914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302752" y="178308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77072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0" name="Text 18"/>
          <p:cNvSpPr/>
          <p:nvPr/>
        </p:nvSpPr>
        <p:spPr>
          <a:xfrm>
            <a:off x="857707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71432" y="2057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fráze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77072" y="2697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AppShortcutsProvider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77072" y="32461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Registrace hotových zkratek a vět, kterými je uživatel vyvolá.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9834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Chybí 1 → není co spustit.   Chybí 2 → parametr nejde vybrat.   Chybí 3 → žádná fráze pro Siri, žádná hotová zkratka.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56692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66928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Všechny tři se přeloží i jednotlivě. Překladač vám neřekne, že systém intent nevidí.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389120" cy="4389120"/>
          </a:xfrm>
          <a:prstGeom prst="ellipse">
            <a:avLst/>
          </a:prstGeom>
          <a:solidFill>
            <a:srgbClr val="F0513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Část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Kód intentu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AppIntent, AppEntity, AppShortcutsProvider – na Habit Trackeru z příštího cvičení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AppIntent: akce, kterou appka nabízí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Struct, dvě statické vlastnosti, parametr a perform()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858000" cy="3794760"/>
          </a:xfrm>
          <a:prstGeom prst="roundRect">
            <a:avLst>
              <a:gd name="adj" fmla="val 1446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492240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AppIntents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MarkHabitDoneIntent: AppIntent {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let title: LocalizedStringResource =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"Označit návyk jako hotový"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let description = IntentDescription(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"Označí návyk jako splněný pro dnešek.")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@Parameter(title: "Návyk")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habit: HabitEntity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 perform() async throws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 some IntentResult &amp; ProvidesDialog { … }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818120" y="180136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7" name="Text 5"/>
          <p:cNvSpPr/>
          <p:nvPr/>
        </p:nvSpPr>
        <p:spPr>
          <a:xfrm>
            <a:off x="781812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0" y="1783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 + description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0" y="21488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se akce jmenuje ve Zkratkách a v Siri.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18120" y="276148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781812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27432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@Parameter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3108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Vstup. Systém sám vytvoří UI pro jeho výběr.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18120" y="372160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781812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3703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perform()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0" y="4069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se stane. async, smí vyhodit chybu.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18120" y="468172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9" name="Text 17"/>
          <p:cNvSpPr/>
          <p:nvPr/>
        </p:nvSpPr>
        <p:spPr>
          <a:xfrm>
            <a:off x="7818120" y="4681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0" y="4663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ProvidesDialog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50292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Odpověď uživateli – text, který Siri i přečte.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let, ne static var: ve Swift 6 language mode je static var sdílený měnitelný stav a neprojde.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perform(): zapsat tam, kde to UI uvidí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běží bez obrazovky – nemá @Environment(\.modelContext)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223760" cy="3931920"/>
          </a:xfrm>
          <a:prstGeom prst="roundRect">
            <a:avLst>
              <a:gd name="adj" fmla="val 1395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8580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@MainActor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perform() async throws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 some IntentResult &amp; ProvidesDialog {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ctx = HabitContainer.shared.mainContext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id = habit.id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match = FetchDescriptor&lt;Habit&gt;(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predicate: #Predicate { $0.id == id })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guard let h = try ctx.fetch(match).first else {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.result(dialog: "Návyk nenalezen.")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h.toggleToday(in: ctx)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ctx.save()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.result(dialog: "Označeno: \(habit.name).")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80136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7" name="Text 5"/>
          <p:cNvSpPr/>
          <p:nvPr/>
        </p:nvSpPr>
        <p:spPr>
          <a:xfrm>
            <a:off x="813816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32520" y="1783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HabitContainer.shared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732520" y="2167128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ModelContainer pro app i intent. Vlastní nový container = zápis, který UI neuvidí.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312724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3252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ctx.save()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32520" y="3493008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může skončit dřív, než by se uložilo samo. try?, které chybu spolkne, je tichá chyba.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445312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732520" y="4434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toggleToday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32520" y="4818888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Spuštěno 2× = zaškrtnuto a zase odškrtnuto. Chcete toggle, nebo „hotovo“?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HabitContainer = @MainActor enum se static let shared: ModelContainer. Stejný container dostane .modelContainer(…) ve WindowGroup.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AppEntity: váš model, jak ho zná systém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Aby Siri rozuměla „ranní běh“, musí vědět, co je návyk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858000" cy="3657600"/>
          </a:xfrm>
          <a:prstGeom prst="roundRect">
            <a:avLst>
              <a:gd name="adj" fmla="val 1500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49224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HabitEntity: AppEntity {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id: UUID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name: String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let typeDisplayRepresentation: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TypeDisplayRepresentation = "Návyk"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displayRepresentation: DisplayRepresentation {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DisplayRepresentation(title: "\(name)")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let defaultQuery = HabitEntityQuery()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909560" y="1828800"/>
            <a:ext cx="3639312" cy="914400"/>
          </a:xfrm>
          <a:prstGeom prst="roundRect">
            <a:avLst>
              <a:gd name="adj" fmla="val 8000"/>
            </a:avLst>
          </a:prstGeom>
          <a:solidFill>
            <a:srgbClr val="1D1D2E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0" y="190195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@Model Habit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01000" y="2322576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SwiftData: streak, completions, barva…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729216" y="2788920"/>
            <a:ext cx="914" cy="502920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909560" y="3337560"/>
            <a:ext cx="3639312" cy="914400"/>
          </a:xfrm>
          <a:prstGeom prst="roundRect">
            <a:avLst>
              <a:gd name="adj" fmla="val 8000"/>
            </a:avLst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341071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HabitEntity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01000" y="3831336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 id + name: to, co systém potřebuje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909560" y="4434840"/>
            <a:ext cx="3639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Entita je lehká kopie, ne váš @Model. Systém si drží jen id a umí si o návyk znovu říct.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571500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71500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defaultQuery říká systému, kde návyky hledat. Bez ní entita nefunguje – to je další slide.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EntityQuery: odkud systém vezme seznam návyků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Dvě otázky, dvě funkce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223760" cy="3246120"/>
          </a:xfrm>
          <a:prstGeom prst="roundRect">
            <a:avLst>
              <a:gd name="adj" fmla="val 1690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85800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HabitEntityQuery: EntityQuery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@MainActor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 entities(for identifiers: [UUID])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async throws -&gt; [HabitEntity]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 load(#Predicate { identifiers.contains($0.id) })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@MainActor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 suggestedEntities() async throws -&gt; [HabitEntity]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 load(nil)        // všechny návyky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512064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load(_:) = fetch z HabitContainer.shared.mainContext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.map { HabitEntity(id: $0.id, name: $0.name) 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38160" y="180136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32520" y="1783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entities(for:)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32520" y="216712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„Mám uložené id – který návyk to je?“ Volá se při spuštění uložené zkratky.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335584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32520" y="3337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suggestedEntities()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32520" y="372160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„Co mám nabídnout?“ To je seznam, který uvidíte ve Zkratkách po klepnutí na parametr.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76072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76072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Prázdná appka = suggestedEntities() vrátí [] = ve Zkratkách „žádné možnosti“. Nejdřív přidejte 2–3 návyky.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AppShortcutsProvider: hotové zkratky a fráze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instalaci jsou ve Zkratkách hned – uživatel nic nenastavuje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498080" cy="3566160"/>
          </a:xfrm>
          <a:prstGeom prst="roundRect">
            <a:avLst>
              <a:gd name="adj" fmla="val 1538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713232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HabitShortcuts: AppShortcutsProvider {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var appShortcuts: [AppShortcut] {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AppShortcut(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intent: MarkHabitDoneIntent(),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phrases: [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"Označ \(\.$habit) jako hotový v \(.applicationName)",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"Odškrtni \(\.$habit) v \(.applicationName)",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],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shortTitle: "Označit návyk",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systemImageName: "checkmark.circle"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412480" y="180136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00684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\(.applicationName)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006840" y="216712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Povinné v každé frázi. Podle něj Siri pozná, které appky se ptáte.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12480" y="303580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00684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\(\.$habit)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006840" y="340156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Místo pro konkrétní návyk. Hodnoty dodá EntityQuery.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12480" y="427024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06840" y="4251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006840" y="463600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Tady je var v pořádku: je to počítaná vlastnost, ne uložený stav.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6235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6235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Jméno ve frázi = jméno appky, jak ho ukazují Zkratky. „Habit AP9PT“ vs. „Habit-AP9PT“ už je rozdíl.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Tři vlastnosti, na které se v labu ptáme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Pár řádků navíc, každý mění chování, které uvidíte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1600200"/>
          </a:xfrm>
          <a:prstGeom prst="roundRect">
            <a:avLst>
              <a:gd name="adj" fmla="val 3429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10545775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let openAppWhenRun = false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let isDiscoverable = true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@Parameter(title: "Návyk", requestValueDialog: "Který návyk jsi splnil?")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habit: HabitEntity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35204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3749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openAppWhenRun = false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420624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Akce proběhne na pozadí, uživatel zůstane ve Zkratkách nebo u Siri. true = systém přepne do appky.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5623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A6: intent neotvírá app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71416" y="3611880"/>
            <a:ext cx="35204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0016" y="3749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isDiscoverable = true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00016" y="420624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Systém smí akci ukazovat uživateli (Zkratky, Spotlight, návrhy). false = jen pro vaše tlačítka a widgety.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0016" y="5623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výchozí hodnota je true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2752" y="3611880"/>
            <a:ext cx="35204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31352" y="3749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requestValueDialog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531352" y="420624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se systém zeptá, když parametr chybí: „Který návyk jsi splnil?“ místo obecného dotazu.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31352" y="5623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hlasové spuštění bez návyku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389120" cy="4389120"/>
          </a:xfrm>
          <a:prstGeom prst="ellipse">
            <a:avLst/>
          </a:prstGeom>
          <a:solidFill>
            <a:srgbClr val="F0513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Část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Ověření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je zelený. Vidí ten intent i systém?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Přeložit ≠ systém intent vidí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Cesta od kódu ke Zkratkám a kde se po ní ztrácí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627632" cy="914400"/>
          </a:xfrm>
          <a:prstGeom prst="roundRect">
            <a:avLst>
              <a:gd name="adj" fmla="val 8000"/>
            </a:avLst>
          </a:prstGeom>
          <a:solidFill>
            <a:srgbClr val="1D1D2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56232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276856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napíše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286000" y="2240280"/>
            <a:ext cx="210312" cy="914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14600" y="1783080"/>
            <a:ext cx="1627632" cy="914400"/>
          </a:xfrm>
          <a:prstGeom prst="roundRect">
            <a:avLst>
              <a:gd name="adj" fmla="val 8000"/>
            </a:avLst>
          </a:prstGeom>
          <a:solidFill>
            <a:srgbClr val="1D1D2E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856232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606040" y="2276856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xcodebuild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60520" y="2240280"/>
            <a:ext cx="210312" cy="914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89120" y="1783080"/>
            <a:ext cx="1627632" cy="914400"/>
          </a:xfrm>
          <a:prstGeom prst="roundRect">
            <a:avLst>
              <a:gd name="adj" fmla="val 8000"/>
            </a:avLst>
          </a:prstGeom>
          <a:solidFill>
            <a:srgbClr val="2A2A3D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856232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80560" y="2276856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simulátor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2240280"/>
            <a:ext cx="210312" cy="914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63640" y="1783080"/>
            <a:ext cx="1627632" cy="914400"/>
          </a:xfrm>
          <a:prstGeom prst="roundRect">
            <a:avLst>
              <a:gd name="adj" fmla="val 8000"/>
            </a:avLst>
          </a:prstGeom>
          <a:solidFill>
            <a:srgbClr val="2A2A3D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856232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systém načte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2276856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seznam akcí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09560" y="2240280"/>
            <a:ext cx="210312" cy="914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38160" y="1783080"/>
            <a:ext cx="1627632" cy="914400"/>
          </a:xfrm>
          <a:prstGeom prst="roundRect">
            <a:avLst>
              <a:gd name="adj" fmla="val 8000"/>
            </a:avLst>
          </a:prstGeom>
          <a:solidFill>
            <a:srgbClr val="F0513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1856232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Zkratky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0" y="2276856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akce + návyky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784080" y="2240280"/>
            <a:ext cx="210312" cy="914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012680" y="1783080"/>
            <a:ext cx="1627632" cy="914400"/>
          </a:xfrm>
          <a:prstGeom prst="roundRect">
            <a:avLst>
              <a:gd name="adj" fmla="val 8000"/>
            </a:avLst>
          </a:prstGeom>
          <a:solidFill>
            <a:srgbClr val="2A2A3D"/>
          </a:solidFill>
          <a:ln/>
        </p:spPr>
      </p:sp>
      <p:sp>
        <p:nvSpPr>
          <p:cNvPr id="25" name="Text 23"/>
          <p:cNvSpPr/>
          <p:nvPr/>
        </p:nvSpPr>
        <p:spPr>
          <a:xfrm>
            <a:off x="10104120" y="1856232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změna v app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104120" y="2276856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po restartu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278892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Tady končí to, co ověří agent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0" y="2788920"/>
            <a:ext cx="7251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Tady to ověříte jen vy, klikáním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32918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příčina v kódu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9516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uvidíte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3611880"/>
            <a:ext cx="60350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361188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soubor s AppShortcutsProvider není v main targetu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75120" y="361188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995160" y="3611880"/>
            <a:ext cx="4553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appka ve Zkratkách vůbec není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" y="4160520"/>
            <a:ext cx="60350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16052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suggestedEntities() vrací [] (nebo appka nemá data)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75120" y="416052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995160" y="4160520"/>
            <a:ext cx="4553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parametr: „žádné možnosti“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0080" y="4709160"/>
            <a:ext cx="60350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470916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perform() píše do jiného ModelContextu, chybí save()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675120" y="470916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995160" y="4709160"/>
            <a:ext cx="4553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Zkratky hlásí úspěch, appka nic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40080" y="5257800"/>
            <a:ext cx="60350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525780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openAppWhenRun zůstalo true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675120" y="525780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995160" y="5257800"/>
            <a:ext cx="4553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skočí do appky – A6 neprojde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 všech čtyřech případech je build zelený.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🖥  Živě: test ve Zkratkách krok za krokem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Simulátor, app Zkratky – funguje bez Siri, i v EU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040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11096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17520" y="178308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Spustit Habit Tracker a přidat 2–3 návyky.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7040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734056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60604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Najít appku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17520" y="260604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Otevřít Zkratky v témže simulátoru, nová zkratka, vyhledat appku.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7040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557016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42900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17520" y="342900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Přidat akci, klepnout na Návyk: rozbalí se moje návyky?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7040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379976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25196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Spustit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017520" y="425196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Spustit zkratku. Zůstal jsem ve Zkratkách? Jaký dialog přišel?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5074920"/>
            <a:ext cx="7040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5202936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507492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Ověřit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017520" y="507492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Přepnout do appky: má návyk dnešek? Zabít app, otevřít znovu: pořád?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046720" y="1783080"/>
            <a:ext cx="3502152" cy="4005072"/>
          </a:xfrm>
          <a:prstGeom prst="roundRect">
            <a:avLst>
              <a:gd name="adj" fmla="val 2089"/>
            </a:avLst>
          </a:prstGeom>
          <a:solidFill>
            <a:srgbClr val="1D1D2E"/>
          </a:solidFill>
          <a:ln/>
        </p:spPr>
      </p:sp>
      <p:sp>
        <p:nvSpPr>
          <p:cNvPr id="30" name="Text 28"/>
          <p:cNvSpPr/>
          <p:nvPr/>
        </p:nvSpPr>
        <p:spPr>
          <a:xfrm>
            <a:off x="8321040" y="1965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Když appka ve Zkratkách není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321040" y="265176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chvíli počkat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appku smazat a nainstalovat znovu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pořád nic? Není to čekání, je to nález.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Zabít appku: app switcher a swipe nahoru. Tlačítko ■ v Xcode nestačí.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40080" y="594360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33" name="Text 31"/>
          <p:cNvSpPr/>
          <p:nvPr/>
        </p:nvSpPr>
        <p:spPr>
          <a:xfrm>
            <a:off x="960120" y="594360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Zkratek s rozbaleným seznamem návyků je důkaz do LAB-09-NOTES.md.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Stejný intent, jiný konzument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 se nemění. Mění se, kdo ho v EU smí zavolat.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EU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931920" y="1783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Zkratky · Spotlight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0" y="1783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 s Apple Intelligence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10424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286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iPhone, iPad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931920" y="2286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funguje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498080" y="2286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nedostupná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246120"/>
            <a:ext cx="10424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2461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 (i Watch, Vision Pro)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931920" y="32461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funguje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498080" y="32461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funguje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343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testuje Zkratky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34440" y="48463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 fungují všude. Na nich stojí celé akceptační kritérium.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71416" y="434340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0" name="Text 18"/>
          <p:cNvSpPr/>
          <p:nvPr/>
        </p:nvSpPr>
        <p:spPr>
          <a:xfrm>
            <a:off x="4471416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65776" y="4343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Siri vede jen App Intents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065776" y="48463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Starší SiriKit novou Siri nenapojí. Kdo nemá intenty, toho nový asistent nevidí.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302752" y="434340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4" name="Text 22"/>
          <p:cNvSpPr/>
          <p:nvPr/>
        </p:nvSpPr>
        <p:spPr>
          <a:xfrm>
            <a:off x="8302752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97112" y="4343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jako zkušebna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897112" y="48463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Tentýž MarkHabitDoneIntent, nula změn v kódu – Siri v angličtině.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6035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Pokud je Mac připravený: tentýž intent přes Siri na Macu. Čeština není podporovaný jazyk Siri.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App Intents umí a co 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Ať do PRD nenapíšete požadavek, který nejde splnit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20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umí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05840" y="2651760"/>
            <a:ext cx="109728" cy="109728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5146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spustit akci s parametry bez otevření appky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3246120"/>
            <a:ext cx="109728" cy="109728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1089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vrátit uživateli krátkou odpověď (dialog)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3840480"/>
            <a:ext cx="109728" cy="109728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7033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nabídnout vaše data jako vybíratelné entity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4434840"/>
            <a:ext cx="109728" cy="109728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42976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skládat se s jinými akcemi do zkratek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05840" y="5029200"/>
            <a:ext cx="109728" cy="109728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běžet z Siri, Zkratek, Spotlightu i na Macu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28232" y="1783080"/>
            <a:ext cx="530352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48272" y="1920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neumí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793992" y="2651760"/>
            <a:ext cx="109728" cy="109728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19" name="Text 17"/>
          <p:cNvSpPr/>
          <p:nvPr/>
        </p:nvSpPr>
        <p:spPr>
          <a:xfrm>
            <a:off x="7068312" y="25146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plnohodnotné UI uvnitř Siri – jen krátký dialog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93992" y="3246120"/>
            <a:ext cx="109728" cy="109728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21" name="Text 19"/>
          <p:cNvSpPr/>
          <p:nvPr/>
        </p:nvSpPr>
        <p:spPr>
          <a:xfrm>
            <a:off x="7068312" y="31089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měnit stav cizí appky (jen přes její vlastní intenty)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793992" y="3840480"/>
            <a:ext cx="109728" cy="109728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23" name="Text 21"/>
          <p:cNvSpPr/>
          <p:nvPr/>
        </p:nvSpPr>
        <p:spPr>
          <a:xfrm>
            <a:off x="7068312" y="37033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dlouhou práci v perform() – systém akci ukončí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93992" y="4434840"/>
            <a:ext cx="109728" cy="109728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25" name="Text 23"/>
          <p:cNvSpPr/>
          <p:nvPr/>
        </p:nvSpPr>
        <p:spPr>
          <a:xfrm>
            <a:off x="7068312" y="42976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uhodnout data, která appka nemá (prázdný seznam)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793992" y="5029200"/>
            <a:ext cx="109728" cy="109728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27" name="Text 25"/>
          <p:cNvSpPr/>
          <p:nvPr/>
        </p:nvSpPr>
        <p:spPr>
          <a:xfrm>
            <a:off x="7068312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rozumět česky v Siri – Zkratky ano, hlas ne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Kontrolní otázka: kde všude může běžet perform(), aniž by se appka otevřela?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🖥  Živě: intent od Claude Code, review od nás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z labu, promítáno. Diff čteme společně, pak Zkratky.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852160" cy="3886200"/>
          </a:xfrm>
          <a:prstGeom prst="roundRect">
            <a:avLst>
              <a:gd name="adj" fmla="val 1412"/>
            </a:avLst>
          </a:prstGeom>
          <a:solidFill>
            <a:srgbClr val="12121C"/>
          </a:solidFill>
          <a:ln w="25400">
            <a:solidFill>
              <a:srgbClr val="F051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5486400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MarkHabitDoneIntent: AppIntent with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@Parameter habit: HabitEntity,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HabitEntity: AppEntity with a defaultQuery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implementing both entities(for:) and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suggestedEntities(), and HabitShortcuts: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AppShortcutsProvider whose phrase contains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\(.applicationName). The intent must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 its change and must not open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app when run.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1228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Než schválíme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12280" y="22402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06640" y="22402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Jsou všechny tři soubory v main targetu?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12280" y="280720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06640" y="280720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Vrací suggestedEntities() opravdu data?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12280" y="3374136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06640" y="337413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Píše perform() do téhož containeru jako UI?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12280" y="3941064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06640" y="394106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ctx.save() – a ne spolknuté try?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12280" y="4507992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4507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06640" y="450799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openAppWhenRun = false?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12280" y="507492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06640" y="5074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Spuštěno 2× = jeden záznam za dnešek?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58978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89788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hlásí „build succeeded“. Build neví, jestli Zkratky intent uvidí – to zjistíme v simulátoru.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cvičení příští týden: Habit Tracker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SwiftData z Recipe Booku + intent „označ návyk jako hotový“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9280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Specifikace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63240" y="17830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F1–F6 a A1–A10 s „jak to ověřím“, predikce chyb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587752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6974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58775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63240" y="2587752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napíše celou app i intent, build v simulátoru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502152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392424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Akceptace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63240" y="3392424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A1–A10 klikáním: A2–A7 jen přes Zkratky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197096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306824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197096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Rozbij to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063240" y="4197096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přidat druhý intent – nezmizel ten první?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5001768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5111496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500176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063240" y="5001768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z A2–A7 by odhalil samotný build?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955280" y="1783080"/>
            <a:ext cx="3593592" cy="3904488"/>
          </a:xfrm>
          <a:prstGeom prst="roundRect">
            <a:avLst>
              <a:gd name="adj" fmla="val 2036"/>
            </a:avLst>
          </a:prstGeom>
          <a:solidFill>
            <a:srgbClr val="1D1D2E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19385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 17. 11. je svátek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0" y="2377440"/>
            <a:ext cx="31089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Skupiny C a D: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samostudium nad zálohou z repa – PRD a predikci napsat dřív, než ji otevřete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LAB-09-NOTES.md + tag lab-09-done do začátku cvičení 24. 11.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dobrovolně: host ve skupině E, čt 19. 11. 16:00 (8 míst)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B, E: cvičení běží.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33" name="Text 31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Dnešní slidy jsou pro C a D celý výklad. Podklad W10-Habits/APP-INTENTS.md bude v repu do pátku 13. 11.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si odnést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 přijde příště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si zapamatovat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05840" y="264261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51460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Intents: appka nabízí akce systému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005840" y="319125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06324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AppIntent + perform() → akce s parametrem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005840" y="373989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61188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AppEntity + EntityQuery → systém zná vaše data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005840" y="428853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416052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AppShortcutsProvider, fráze s \(.applicationName)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005840" y="483717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470916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openAppWhenRun, isDiscoverable, requestValueDialog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1005840" y="538581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525780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Zelený build ≠ intent. Soudce jsou Zkratky.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498080" y="1783080"/>
            <a:ext cx="4050792" cy="4206240"/>
          </a:xfrm>
          <a:prstGeom prst="roundRect">
            <a:avLst>
              <a:gd name="adj" fmla="val 1806"/>
            </a:avLst>
          </a:prstGeom>
          <a:solidFill>
            <a:srgbClr val="1D1D2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Příští přednáška · 24. 11.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0" y="2377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 aplikaci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772400" y="30632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a evaly: model přímo v zařízení a jak ověřit, že odpovídá dobře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 17. 11. je státní svátek – přednáška nebude.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Zdroje a další čtení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Všechno zdarma, od Applu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WWDC22: Dive into App Intents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126480" y="178308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developer.apple.com/videos/play/wwdc2022/10032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WWDC22: Implement App Shortcuts with App Intents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26480" y="228600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developer.apple.com/videos/play/wwdc2022/10170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WWDC24: Bring your app to Siri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278892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developer.apple.com/videos/play/wwdc2024/10133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App Intents (framework)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329184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developer.apple.com/documentation/appintents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AppEntity a EntityQuery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379476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developer.apple.com/documentation/appintents/appentity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AppShortcutsProvider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429768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developer.apple.com/documentation/appintents/appshortcutsprovider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80060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dostupnost Apple Intelligence podle regionu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480060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apple.com/apple-intelligence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 odpovídá referenčnímu řešení code/W09-Habits (static let místo static var kvůli Swift 6). Ověřeno swiftc -typecheck.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AP9PT – App Intents</dc:title>
  <dc:subject>PptxGenJS Presentation</dc:subject>
  <dc:creator>Filip Vabroušek</dc:creator>
  <cp:lastModifiedBy>Filip Vabroušek</cp:lastModifiedBy>
  <cp:revision>1</cp:revision>
  <dcterms:created xsi:type="dcterms:W3CDTF">2026-10-13T15:57:36Z</dcterms:created>
  <dcterms:modified xsi:type="dcterms:W3CDTF">2026-10-13T15:57:36Z</dcterms:modified>
</cp:coreProperties>
</file>