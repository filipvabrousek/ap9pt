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Výjimka z rytmu kurzu: tahle přednáška NENÍ o týden napřed. Přednáška 17. 11. odpadla (svátek), takže lab Journal Summariser běží tento týden (skupiny A, B, C už ho měly, D a E ho mají po přednášce). App Intents byly odpřednášeny 10. 11. – tady se k nim nevracíme, čas jde evalům. Hlavní myšlenka: model vrátí plynulý text vždycky. Jestli je pravdivý, pozná jen eval. Kvízy v semestru nejsou.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Časy: krajina 0–9, Foundation Models 9–32, evaly 32–60 (nezkracovat), Apple Intelligence APIs 60–70, externí LLM 70–74, privacy 74–83, rozhodovací strom 83–91, závěr 91–95. Malý model: respond(to:) umí hodit chybu (překročený kontext, obsah zablokovaný pravidly, nepodporovaný jazyk) – chyba je chyba, ne prázdné shrnutí (A5). Skupiny A, B, C mají lab za sebou – ptát se jich na jejich eval skóre. D a E ho mají po přednášce.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Formulace podle podkladu přednášky (10_Journal_Summariser_Foundation_Models.md): v EU není Apple Intelligence dostupná na iOS ani iPadOS, na macOS ano. Říkat věcně, bez hodnocení. API to samo hlásí: SystemLanguageModel.default.availability má mezi důvody appleIntelligenceNotEnabled. Ověřeno na demo Macu (macOS 27): availability =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Odpověď: jistě trojka; dvojka někdy (Private Cloud Compute u složitějších požadavků); jednička nikdy. Na tuhle tabulku navážeme v části o soukromí a v rozhodovacím stromu.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Navazuje na úvodní přednášku: Apple jako jeden z mála IT gigantů nežije z reklamy, vydělává na hardwaru a ekosystému. On-device AI je logické pokračování: soukromí jako prodejní argument. Nepřehánět – Apple Intelligence u některých požadavků využívá Private Cloud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Psát živě v projektu Journal-Demo na macOS 27. contextSize = 4096 ověřeno 13. 10. 2026 na Macu s macOS 27 (SystemLanguageModel.default.contextSize). Velikost modelu neuvádím číslem – v podkladu je ~3B parametrů, to je údaj Applu z roku 2025, ověřit v aktuální dokumentaci, než ho řeknete.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Výstupy jsou skutečné, zachycené 13. 10. 2026 na Macu s macOS 27 (instructions z předchozího slidu). Na přednášce pustit znovu – vyjde zase něco jiného, a o to jde. Odpověď na otázku: ne – kritérium A4 z labu (prázdná odpověď není úspěch). Skupiny A–C to ráno testovaly, zeptat se, kolik jim to agent udělal špatně.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Referenční kód code/W10-Journal/AI/Summariser.swift gatuje fallback přes #available(iOS 26, *) – na macOS 27 to nic negatuje a vypnutou Apple Intelligence to nepozná. To je záměrný nález pro review (A6). Správně je ptát se SystemLanguageModel.default.availability. Názvy case ověřeny v SDK macOS 27 (typecheck).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Ověřeno v SDK macOS 27: prvek ResponseStream je Snapshot s vlastností content (pro String celý dosavadní text). Referenční FoundationSummariser dělá continuation.yield(chunk) a WeeklySummaryView pak summary += chunk – tohle je přesně past A7 (zdvojený text). Navíc chunk je Snapshot, ne String, takže to v aktuálním SDK nemusí ani přeložit – zkontrolovat před labem. Oba snippety prošly typecheckem proti SDK macOS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Nejdůležitější blok – nezkracovat, dostal i minuty po App Intents (ty byly 10. 11.). Eval = stejné vstupy, předem dané kontroly, číslo na konci. Čísla 0,82 / 0,63 jsou ilustrační, ne naměřená. Agent napíše summary i eval za minutu – vaše práce je rozhodnout, co eval kontroluje, a ověřit, že umí selhat.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Kód odpovídá code/W10-Journal/AI/SummaryEval.swift (tam je EvalCase navíc Identifiable a golden set je static let). Jazyk se v referenčním skóre nepočítá – to je dobrá otázka na review: jak byste ho kontrolovali?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Podklad přednášky uvádí jednodušší skór recall × (1 − halucinace) s prahem 0,8; lab a referenční SummaryEval.swift používají 0,5/0,3/0,2 a práh 0,7. Říct nahlas: v labu platí vzorec a práh z labu. Skóre 0,83 je spočítané touto funkcí na skutečném výstupu z demo Macu (běh 1 ze slidu 7): běh ✓, 5 ✓, Anna ✗ (model napsal Annu), žádná halucinace, 1 věta. Ponaučení: česká flexe – kontrolovat kmen, ne tvar. Golden set labu se ale nemění.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Sloupce jsou ilustrační, ne naměřené (lab: ukázková skóre nepodávat jako naměřená). Kód odpovídá SummaryEvaluator.run v SummaryEval.swift, zkrácený; referenční verze při chybě přidá 0 – stejně jako try? … ?? "" tady (prázdný text dá recall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Skóre spočítaná funkcí score() ze slidu 12 (= vzorec z labu) na golden setu z SummaryEval.swift. short: mustContain prázdné → recall 1, žádný zakázaný term, 1 věta → 1,0. Diskuse: proč 0,5 není „hluboko pod 0,7“ – délka a nepřítomnost halucinace jsou body zadarmo. Neměnit golden set; nález zapsat do LAB-10-NOTES. Protokol je na slidu zjednodušený – referenční SummaryProvider má navíc summariseStream.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Podle curriculum.md je eval suite v semestrálním projektu povinná (min. 5 golden cases). Podklad přednášky říká „bez něj půlka bodů“ – to curriculum neuvádí, proto bez čísla.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Živě jen Writing Tools. Genmoji a Image Playground jen kód – na demo Macu v EU neověřeno. Pozor: podklad uvádí .supportsAdaptiveImageGlyph(true) na TextField – v SwiftUI SDK pro macOS 27 takový modifier není (typecheck selže; supportsAdaptiveImageGlyph je vlastnost textových view UIKit/AppKit). Proto na slidu TextEditor s AttributedString. Snippet prošel typecheckem proti SDK macOS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Zkrácený blok (3–4 min). Kód s OpenAI z podkladu neukazujeme – název modelu v něm je neověřený a klíč v klientovi je přesně to, co nechceme ukazovat. Pro jistotu: snippet summariseViaProxy (URLSession POST na vlastní endpoint) prošel typecheckem, kdyby se někdo ptal na kód.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Manifest odpovídá code/W10-Journal/PrivacyInfo.xcprivacy. Odpověď: přibyl by typ sbíraných dat (uživatelský obsah – text), účel (funkčnost aplikace), a totéž v App Privacy údajích v App Store Connect. Private Cloud Compute: Apple deklaruje, že data neukládá – formulaci „žádná retence“ z podkladu jsem na slide nedal, ověřit v Apple dokumentaci před vyslovením.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Moderace: App Review Guidelines 1.2 (user-generated content) – filtr, nahlášení, blokování. Privacy Manifest je povinný od jara 2024. ATT platí od iOS 14.5. Nepřidávat konkrétní čísla zamítnutí.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Větev „bez AI“ je doplněná proti podkladu (rozhodnutí on-device vs. cloud vs. žádná AI). Odpovědi: 1) Foundation Models, 2) Writing Tools, 3) externí API přes proxy + manifest + budget caps. Pro 3 se zeptat: proč ne Foundation Models? (kontext 4 096 tokenů, vícekrokové uvažování.)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Výjimka: lab je tento týden, ne příští (svátek 17. 11.). A, B, C (Po a Út ráno) už mají za sebou – ať řeknou svá eval skóre a nálezy. D (Út 15:00) a E (Čt 16:00) teprve jdou. Plán B, když iMacy neprojdou: vlastní Macy / dvojice, hodnotí se tabulka a review, ne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 aplikaci: Foundation Models a evaly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9  ·  24. 11.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cesty, jak dostat AI do aplikace – a jak dokázat, že funguje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0–32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na vašem Macu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Krajina AI v appkách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živě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 strukturovaný výstup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32–60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a skóre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Stochastika: 3 běhy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Eval, který umí selhat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Systém, cloud, soukromí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APIs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LLM přes proxy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Manifest, App Review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Rozhodovací strom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Journal Summariser běží tento týden – dnešek je jeho teorie. Část 2 je nejdůležitější blok semestru.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Dnes na Macu, ne na iPhonu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je stejný – liší se, kde Apple Intelligence v EU běží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iPhone / iPad v EU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578608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68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na iOS a iPadOS v EU není dostupná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3236976"/>
            <a:ext cx="109728" cy="109728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272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Navíc potřebuje A17 Pro a novější – většina studentských iPhonů ho nemá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28232" y="1783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02552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Mac s Apple silicon v EU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48272" y="2578608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6976872" y="2468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na macOS v EU dostupná je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48272" y="3236976"/>
            <a:ext cx="109728" cy="109728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5" name="Text 13"/>
          <p:cNvSpPr/>
          <p:nvPr/>
        </p:nvSpPr>
        <p:spPr>
          <a:xfrm>
            <a:off x="6976872" y="31272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 Apple silicon má každý z vás – a stejné iMacy jsou v učebně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zavoláte model – checklist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17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743200" y="461772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4617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27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846320" y="461772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617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 zapnutá, model stažený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03920" y="4617720"/>
            <a:ext cx="304495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051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617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a Siri v angličtině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Čeština není podporovaný jazyk Apple Intelligence – systém přepnout do angličtiny. Prompty a deník mohou být česky.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cesty, jak dostat AI do aplikace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Liší se v ceně, v kapacitě – a v tom, kam odcházejí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8862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model, framework FoundationModels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821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712464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8561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785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315968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891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919472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9262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4992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malý kontext, jednoduché úkoly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3520440" cy="38862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19202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0096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Intelligence APIs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45736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Tools, Genmoji, Image Playground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45736" y="3108960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31821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05856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někdy (Private Cloud Compute)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45736" y="3712464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378561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05856" y="3785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zdarma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45736" y="4315968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43891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05856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45736" y="4919472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45736" y="499262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05856" y="4992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hotové funkce systému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302752" y="1737360"/>
            <a:ext cx="3520440" cy="38862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577072" y="19202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40" name="Text 38"/>
          <p:cNvSpPr/>
          <p:nvPr/>
        </p:nvSpPr>
        <p:spPr>
          <a:xfrm>
            <a:off x="85770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1432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Externí LLM API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577072" y="2514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OpenAI, Gemini přes HTTPS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577072" y="3108960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77072" y="31821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537192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ano, k poskytovateli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77072" y="3712464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77072" y="378561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537192" y="3785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platíte za tokeny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77072" y="4315968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7072" y="43891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537192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nikdy v klientovi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577072" y="4919472"/>
            <a:ext cx="2971800" cy="0"/>
          </a:xfrm>
          <a:prstGeom prst="line">
            <a:avLst/>
          </a:prstGeom>
          <a:noFill/>
          <a:ln w="12700">
            <a:solidFill>
              <a:srgbClr val="DCDC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77072" y="499262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537192" y="4992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plná, nejlepší modely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do sálu: která ze tří cest posílá data uživatele ven?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Apple tlačí AI na zařízení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Vyplývá to z toho, na čem vydělává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92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 žijící z reklamy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uživatele jsou surovina: čím víc o vás ví, tím dráž prodá reklamu. Cloudová AI je přirozená volba.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D1D2E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30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Vydělává na hardwaru, ekosystému a službách, ne na reklamě. Data uživatele nepotřebuje – soukromí prodává jako vlastnost produktu.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4251960"/>
            <a:ext cx="731520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0" y="1783080"/>
            <a:ext cx="478231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1920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Důsledek pro vás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40880" y="24688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35240" y="24231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běží na čipu, který si uživatel koupil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0880" y="309067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304495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Výchozí cesta: žádná data ven, žádný účet, žádný klíč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40880" y="37124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366674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Výkonný hardware (Apple silicon) je podmínka – proto ty požadavky z předchozího slidu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040880" y="433425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35240" y="428853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už cloud, tak Private Cloud Compute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Uzavřený ekosystém (HW + SW od jedné firmy) je tady výhoda: framework ví, na jakém čipu poběží.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Foundation Models: první volání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Píšeme živě – Summariser pro deník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12280" cy="3429000"/>
          </a:xfrm>
          <a:prstGeom prst="roundRect">
            <a:avLst>
              <a:gd name="adj" fmla="val 16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44652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FoundationModels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instructions = "Shrň následující text v jedné větě česky."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Summariser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summarise(_ text: String) async throws -&gt; String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session = LanguageModelSession(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instructions: instructions)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response = try await session.respond(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to: Prompt(text))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response.content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2668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753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LanguageModelSession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7532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Sezení s modelem na zařízení. Pamatuje si průběh rozhovoru.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267004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Systémový prompt – co je model zač a jak má odpovídat.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353872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Prompt(text)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 uživatele, tady text záznamu z deníku.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44074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respond(to:)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throws – čekáte a chyba se může stát vždycky.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API klíč, žádný účet, žádná síť. Kontext modelu: 4 096 tokenů (SystemLanguageModel.default.contextSize na demo Macu).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Stejný vstup, dvě různé odpovědi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Spustíme Summariser dvakrát za sebou – skutečný výstup z demo Macu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11535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„Dnes jsem byl běhat 5 km u řeky. Krásné počasí, potkal jsem Annu. Pak jsem si dal kávu v Café Mlsoun.“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926080"/>
            <a:ext cx="9905695" cy="731520"/>
          </a:xfrm>
          <a:prstGeom prst="roundRect">
            <a:avLst>
              <a:gd name="adj" fmla="val 75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072384"/>
            <a:ext cx="9539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Jsi dnes běhal 5 km u řeky při krásném počasí, pak pakalš Annu a pak si dal kávu v Café Mlsoun.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3794760"/>
            <a:ext cx="9905695" cy="731520"/>
          </a:xfrm>
          <a:prstGeom prst="roundRect">
            <a:avLst>
              <a:gd name="adj" fmla="val 75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941064"/>
            <a:ext cx="9539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Ano, jsem dnes běhat 5 km u řeky, krásné počasí, potkal jsem Annu, pak jsem si dal kávu v Café Mlsoun.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Stochastika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běhy, dva texty. Jeden běh nic nedokazuje.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Plynulost ≠ pravda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5074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„pakalš“ neexistuje a „Ano, jsem dnes běhat“ není shrnutí v jedné větě – a přesto to vypadá hotově.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Otázka: model vrátil prázdný řetězec. Je to úspěch?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zavoláte model: je vůbec k dispozici?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#available zjistí verzi systému. Vypnutou Apple Intelligence nezjistí.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291840"/>
          </a:xfrm>
          <a:prstGeom prst="roundRect">
            <a:avLst>
              <a:gd name="adj" fmla="val 1667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309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availabilityMessage() -&gt; String?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SystemLanguageModel.default.availability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.available: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nil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.unavailable(.appleIntelligenceNotEnabled):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"Zapněte Apple Intelligence v Nastavení."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.unavailable(.modelNotReady):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"Model se ještě stahuje."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.unavailable(let reason):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"AI není k dispozici: \(reason)"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3524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důvody nedostupnosti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35240" y="2240280"/>
            <a:ext cx="39136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2313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deviceNotEligible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2660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nebo iPhone na model nestačí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3200400"/>
            <a:ext cx="39136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3273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appleIntelligenceNotEnabled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3621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 ji nezapnul (nebo ji v regionu nemá)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4160520"/>
            <a:ext cx="39136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modelNotReady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581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 stahuje, zkusit později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(A6 v labu) se ověřuje vypnutím Apple Intelligence – ne čtením kódu. Na macOS 27 je if #available(iOS 26, *) vždy pravda.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a strukturovaný výstup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Lepší UX a výstup, se kterým se dá počítat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streamResponse(to:)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240280"/>
          </a:xfrm>
          <a:prstGeom prst="roundRect">
            <a:avLst>
              <a:gd name="adj" fmla="val 244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95144"/>
            <a:ext cx="4937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stream = session.streamResponse(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Prompt(text)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try await snapshot in stream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 = snapshot.content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celý dosavadní text,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ne jen nový kousek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prvek je snímek celé dosavadní odpovědi. Kdo dělá summary += …, uvidí text zdvojený (A7).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8232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@Generable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28232" y="2148840"/>
            <a:ext cx="5303520" cy="2240280"/>
          </a:xfrm>
          <a:prstGeom prst="roundRect">
            <a:avLst>
              <a:gd name="adj" fmla="val 244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2295144"/>
            <a:ext cx="4937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@Generable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EntryTags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@Guide(description: "Nálada jedním slovem")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mood: String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@Guide(description: "Témata", .maximumCount(3))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tags: [String]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try await session.respond(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to: Prompt(text), generating: EntryTags.self)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8232" y="45262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vyplní Swift typ, ne volný text. Žádné parsování JSONu, žádné „model občas přidá úvodní větu“.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4864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Hodí se: shrnutí, klasifikace, návrhy, chat nad obsahem appky. Nehodí se: vícekrokové uvažování, fakta o světě, dlouhé dokumenty.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Plynulý text není důkaz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bez evalu je AI feature s neznámou poruchovostí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 · EVALY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D1D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ručně psaných vstupů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(záznamů z deníku)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72384" y="2542032"/>
            <a:ext cx="374904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2152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D1D2E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85032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Summariser – nebo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záměrně hloupá náhrada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34456" y="2542032"/>
            <a:ext cx="374904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64224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7104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musí obsahovat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nesmí, kolik vět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96528" y="2542032"/>
            <a:ext cx="374904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26296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D1D2E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Skóre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09176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0,0–1,0 na případ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 ze 3 běhů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 evalu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„Zkusil jsem to dvakrát a vypadalo to dobře.“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změně promptu nevíte, jestli jste si pomohli, nebo uškodili.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28232" y="36118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02552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evalem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02552" y="4160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„Na 5 golden cases průměr 0,82, worst case 0,63.“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promptu je experiment s výsledkem: lepší, nebo regrese.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8064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Napsat AI funkci, která vypadá, že funguje, je snadné. Vědět s důkazem, jak často funguje – to je ta práce.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Golden case: vstup a co o něm víme předem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Píšeme živě EvalCase a první případ happy-day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04088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67512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EvalCase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id: String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input: String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mustContain: [String]      // fakta, která nesmí zmizet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mustNotContain: [String]   // halucinace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maxSentences: Int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happyDay = EvalCase(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"happy-day",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input: "Dnes jsem byl běhat 5 km u řeky. Krásné počasí, …",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mustContain: ["běh", "5", "Anna"],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mustNotContain: ["auto", "10 km", "večeře"],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maxSentences: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010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Čtyři vlastnosti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01000" y="2240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0" y="220370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59536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klíčová fakta zůstala: běh, 5, Anna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01000" y="3108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30723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halucinace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95360" y="33832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nic, co ve vstupu nebylo: auto, 10 km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01000" y="39776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39410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Délka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95360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nejvýš 2 věty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48463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0" y="48097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Jazyk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9536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český vstup → české shrnutí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labu je zadání: happy-day, emotional, multi-event, short, edge-foreign. Neměnit, jen vložit do PRD.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 čtyř kontrol jedno číslo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Vzorec a práh z labu – ty platí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223760" cy="3200400"/>
          </a:xfrm>
          <a:prstGeom prst="roundRect">
            <a:avLst>
              <a:gd name="adj" fmla="val 1714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85800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score(_ summary: String, _ c: EvalCase) -&gt; Double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 = summary.lowercased()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hits = c.mustContain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 { s.contains($0.lowercased()) }.count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recall = c.mustContain.isEmpty ? 1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Double(hits) / Double(c.mustContain.count)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halluc = c.mustNotContain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.contains { s.contains($0.lowercased())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sentences = summary.split { ".!?".contains($0) }.count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lengthOK = sentences &lt;= c.maxSentences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0.5 * recall + 0.3 * (halluc ? 0 : 1)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+ 0.2 * (lengthOK ? 1 : 0)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83880" y="178308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1D1D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2194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0,5·recall + 0,3·(1 − halucinace) + 0,2·délka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práh ≥ 0,7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83880" y="3383280"/>
            <a:ext cx="33649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Skutečný běh 1 z minula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66760" y="3794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601200" y="37947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„Annu“ ≠ „Anna“ – podřetězec neumí skloňování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1206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Regrese = skóre po změně promptu kleslo pod práh. Pak změnu vrátit – i když nový text „zní líp“.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Každý případ třikrát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Stejný vstup, jiná odpověď – proto průměr i nejhorší běh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154680"/>
          </a:xfrm>
          <a:prstGeom prst="roundRect">
            <a:avLst>
              <a:gd name="adj" fmla="val 173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21792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goldenSet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runs: [Double] = []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0..&lt;3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out = (try? await provider.summarise(c.input)) ?? ""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runs.append(score(out, c))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avg = runs.reduce(0, +) / Double(runs.count)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print(c.id, avg, runs.min() ?? 0)   // průměr i worst case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895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happy-day, 3 běhy (ilustrace)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18120" y="2734970"/>
            <a:ext cx="731520" cy="174559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241493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2377440"/>
            <a:ext cx="731520" cy="210312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882396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2396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195560" y="3429000"/>
            <a:ext cx="731520" cy="105156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126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1268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3008376"/>
            <a:ext cx="3840480" cy="0"/>
          </a:xfrm>
          <a:prstGeom prst="line">
            <a:avLst/>
          </a:prstGeom>
          <a:noFill/>
          <a:ln w="19050">
            <a:solidFill>
              <a:srgbClr val="F0513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1201400" y="2715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4480560"/>
            <a:ext cx="3840480" cy="0"/>
          </a:xfrm>
          <a:prstGeom prst="line">
            <a:avLst/>
          </a:prstGeom>
          <a:noFill/>
          <a:ln w="12700">
            <a:solidFill>
              <a:srgbClr val="6E6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9834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 0,78 – projde.  Worst case 0,50 – každé třetí shrnutí ztratí fakta.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Chyba = skóre 0, ne přeskočení. Jinak eval vylepšuje sám sebe.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případů × 3 běhy = 15 volání modelu. Lab A8: aspoň 3 z 5 případů s průměrem ≥ 0,7.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Eval, který umí selhat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A9: podstrčte evalu záměrně hloupý provider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600200"/>
          </a:xfrm>
          <a:prstGeom prst="roundRect">
            <a:avLst>
              <a:gd name="adj" fmla="val 3429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47548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DumbProvider: SummaryProvider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summarise(_ text: String)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 throws -&gt; String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"Ahoj."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projde i tohle, assertions jsou bezcenné.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Hloupý provider zadarmo dostane 0,3 (nic nevymyslel) + 0,2 (jedna věta). Případ short nemá mustContain – projde čímkoli.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skóre pro „Ahoj.“ (spočítáno)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176272"/>
            <a:ext cx="519379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7627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happy-day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331720"/>
            <a:ext cx="1097280" cy="201168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217627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2761488"/>
            <a:ext cx="519379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7614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emotional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916936"/>
            <a:ext cx="1097280" cy="201168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276148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3346704"/>
            <a:ext cx="519379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3467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multi-event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3502152"/>
            <a:ext cx="1097280" cy="201168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3346704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3931920"/>
            <a:ext cx="519379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9319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087368"/>
            <a:ext cx="2194560" cy="201168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44200" y="393192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4517136"/>
            <a:ext cx="5193792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5171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edge-foreign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12480" y="4672584"/>
            <a:ext cx="1097280" cy="201168"/>
          </a:xfrm>
          <a:prstGeom prst="rect">
            <a:avLst/>
          </a:prstGeom>
          <a:solidFill>
            <a:srgbClr val="6E6E73"/>
          </a:solidFill>
          <a:ln/>
        </p:spPr>
      </p:sp>
      <p:sp>
        <p:nvSpPr>
          <p:cNvPr id="28" name="Text 26"/>
          <p:cNvSpPr/>
          <p:nvPr/>
        </p:nvSpPr>
        <p:spPr>
          <a:xfrm>
            <a:off x="10744200" y="451713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z pěti padnou na 0,5 – ne „hluboko“. Otázka: komu ráno prošel eval s providerem, který vrací „Ahoj.“?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limity našeho evalu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lab to stačí. Na produkci ne – a je fér to říct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případů není vzorek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 se na nich naučíte. Produkční eval má stovky případů z reálných dat.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71416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5736" y="1965960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5736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Kontroly jsou hrubé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45736" y="3063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Podřetězec neumí skloňování ani synonyma. Ruční hodnocení je subjektivní. Dál: deterministické metriky nebo LLM jako hodnotitel.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02752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7072" y="1965960"/>
            <a:ext cx="457200" cy="45720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770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7072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je stochastický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77072" y="3063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běh nic neříká. Vždy 3× a dívat se na průměr i nejhorší běh.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1206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Semestrální projekt s AI funkcí musí mít eval suite s aspoň 5 golden cases.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 Apple Intelligence APIs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 implementuje systém – vy přidáte modifier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474720"/>
          </a:xfrm>
          <a:prstGeom prst="roundRect">
            <a:avLst>
              <a:gd name="adj" fmla="val 157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4008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ImagePlayground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TextEditor(text: $entry)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.writingToolsBehavior(.complete)   // .limited, .disabled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TextEditor(text: $rich)   // AttributedString – unese i Genmoji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Button("Obrázek") { showPlayground = true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.imagePlaygroundSheet(isPresented: $showPlayground,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concept: "deník") { url in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imageURL = url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17647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21040" y="21305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Rewrite, Proofread, Summary v kontextovém menu textu. Živě na Macu.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2971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9535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Genmoji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33192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emoji jako obrázek v textu. Potřebuje text s atributy (AttributedString), ne String.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26680" y="41605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142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Playground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45079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Systémový sheet vrátí URL vygenerovaného obrázku.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53212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opt-inu uživatele se nic nerozbije: modifiery tiše nedělají nic. Testujte i tuhle variantu.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Externí LLM API – krátce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labu neimplementujeme. Ale až to budete dělat, tak takhle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Vaše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posílá text + token přihlášeného uživatele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1D1D2E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Váš backend (proxy)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2331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drží API klíč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rozpočet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logy a moderace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0" y="1828800"/>
            <a:ext cx="3227832" cy="1554480"/>
          </a:xfrm>
          <a:prstGeom prst="roundRect">
            <a:avLst>
              <a:gd name="adj" fmla="val 4706"/>
            </a:avLst>
          </a:prstGeom>
          <a:solidFill>
            <a:srgbClr val="1D1D2E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93852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Poskytovatel LLM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0" y="2331720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OpenAI, Gemini 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platí se za tokeny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22192" y="2606040"/>
            <a:ext cx="63093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08392" y="2606040"/>
            <a:ext cx="630936" cy="91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685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 nikdy v klientovi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685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binárky aplikace ho vytáhne každý. Kdo má klíč, platí na váš účet.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325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proxy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4325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mluví jen s vaším serverem. Klíč zná jen server.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965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budget caps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4965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Strop na uživatele a den – jinak jeden skript vyčerpá rozpočet za noc.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7150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7150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aplikace tedy jde obyčejný URLSession POST na váš server – s tokenem uživatele, ne s API klíčem.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 jdou data – a co o tom řekne manifest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kontroluje, co z aplikace odchází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vrstva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deklarujete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6309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91440" cy="713232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20116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navíc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6309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34640"/>
            <a:ext cx="91440" cy="713232"/>
          </a:xfrm>
          <a:prstGeom prst="rect">
            <a:avLst/>
          </a:prstGeom>
          <a:solidFill>
            <a:srgbClr val="C777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346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17520" y="283464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někdy do Private Cloud Compute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řeší Apple, ne vaše app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63093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57600"/>
            <a:ext cx="91440" cy="71323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6576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LLM API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17520" y="36576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poskytovateli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6576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deklarovat v manifestu i v App Store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6948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PrivacyInfo.xcprivacy z labu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2011680"/>
            <a:ext cx="4279392" cy="2331720"/>
          </a:xfrm>
          <a:prstGeom prst="roundRect">
            <a:avLst>
              <a:gd name="adj" fmla="val 2353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157984"/>
            <a:ext cx="391363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&lt;key&gt;NSPrivacyTracking&lt;/key&gt;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&lt;false/&gt;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&lt;key&gt;NSPrivacyCollectedDataTypes&lt;/key&gt;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&lt;array/&gt;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+ důvod pro UserDefaults: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CA92.1 --&gt;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69480" y="443484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AI: žádná sbíraná data, žádný tracking.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Otázka: co by se v manifestu změnilo, kdybyste shrnutí posílali do externího API?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 App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důvody, proč může AI aplikace neprojít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Obsah bez moderace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Aplikace, která generuje obsah a nemá moderaci, filtr ani možnost nahlásit, Apple zamítá. Generativní AI sem patří.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2971800" cy="6858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26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externího LLM: filtr na proxy, tlačítko „Nahlásit“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71416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1965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474573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45736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Manifest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45736" y="306324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Povinný pro všechny aplikace i knihovny třetích stran. Chybí-li důvod pro citlivé API, review ho vrátí.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45736" y="4526280"/>
            <a:ext cx="2971800" cy="6858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4526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PrivacyInfo.xcprivacy v každém targetu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02752" y="17830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77072" y="19659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85770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77072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Tracking Transparency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77072" y="306324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Jakékoli sledování napříč aplikacemi (reklamní ID, profilování) jen po souhlasu v systémovém dialogu.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577072" y="4526280"/>
            <a:ext cx="2971800" cy="6858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8714232" y="452628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nesleduje – NSPrivacyTracking false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6692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6692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Deník se shrnutím na zařízení: žádný generovaný obsah pro ostatní, žádná data ven, žádný tracking. Nejjednodušší review.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Rozhodovací strom: kterou cestou?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Třída volí větev – tři scénáře na konci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Nová AI funkce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103120" y="2468880"/>
            <a:ext cx="914" cy="274320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74320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Potřebuje to vůbec AI? Stačí pravidlo nebo filtr?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7614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3072384"/>
            <a:ext cx="640080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2743200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6E6E73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7432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AI – nejlevnější a 100% předvídatelné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3310128"/>
            <a:ext cx="914" cy="210312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240280" y="3291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04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Shrnutí, klasifikace, krátký výstup?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35387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849624"/>
            <a:ext cx="640080" cy="914"/>
          </a:xfrm>
          <a:prstGeom prst="line">
            <a:avLst/>
          </a:prstGeom>
          <a:noFill/>
          <a:ln w="31750">
            <a:solidFill>
              <a:srgbClr val="34C75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40880" y="3520440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34C759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3520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– zdarma, data neodchází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4087368"/>
            <a:ext cx="914" cy="210312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240280" y="4069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976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Uživatel upravuje svůj text?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55080" y="4315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626864"/>
            <a:ext cx="640080" cy="914"/>
          </a:xfrm>
          <a:prstGeom prst="line">
            <a:avLst/>
          </a:prstGeom>
          <a:noFill/>
          <a:ln w="31750">
            <a:solidFill>
              <a:srgbClr val="0A84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4297680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0A84FF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42976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Tools – jeden modifier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4864608"/>
            <a:ext cx="914" cy="210312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24028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074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Vícekrokový asistent, velký dokument?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55080" y="50932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5404104"/>
            <a:ext cx="640080" cy="914"/>
          </a:xfrm>
          <a:prstGeom prst="line">
            <a:avLst/>
          </a:prstGeom>
          <a:noFill/>
          <a:ln w="31750">
            <a:solidFill>
              <a:srgbClr val="FF453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040880" y="5074920"/>
            <a:ext cx="4507992" cy="566928"/>
          </a:xfrm>
          <a:prstGeom prst="roundRect">
            <a:avLst>
              <a:gd name="adj" fmla="val 8065"/>
            </a:avLst>
          </a:prstGeom>
          <a:solidFill>
            <a:srgbClr val="FF453A"/>
          </a:solidFill>
          <a:ln/>
        </p:spPr>
      </p:sp>
      <p:sp>
        <p:nvSpPr>
          <p:cNvPr id="36" name="Text 34"/>
          <p:cNvSpPr/>
          <p:nvPr/>
        </p:nvSpPr>
        <p:spPr>
          <a:xfrm>
            <a:off x="7178040" y="50749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LLM – proxy, manifest, budget caps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Scénáře: 1) shrnutí deníku · 2) oprava překlepů v poznámce · 3) asistent nad 200stránkovým PDF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tento týden: Journal Summariser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27, Foundation Models, eval suite s 5 golden cases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Specifikace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F1–F6, kritéria A1–A9, golden set beze změny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58775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 plátně, projekt přes GitHub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Akceptační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33924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A1–A9 klikáním v běžící appce, eval 3×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Rozbij 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91840" y="419709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promptu – a znovu A3, A7, A8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Oprava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50017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cílený prompt s číslem kritéria, které padá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to nejčastěji padá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třetí jméno, které v záznamech není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prázdná odpověď jako úspěch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fallback, který se nikdy nespustí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 zdvojený text ve streamu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 eval, který projde cokoli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Odevzdání: LAB-10-NOTES.md s tabulkou A1–A9 a eval skóre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 labem: Apple Intelligence zapnutá, systém v angličtině. Aplikaci ukončit Cmd+Q – ■ v Xcode nestačí.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cesty: Foundation Models, Apple Intelligence, externí LLM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LanguageModelSession, respond(to:), streamResponse(to:)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Dostupnost přes SystemLanguageModel, ne #available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golden set, recall, halucinace, délka, 3 běhy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musí umět selhat – hloupý provider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 nikdy v klientovi, Privacy Manifest, moderace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1. 12.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Jedna aplikace, čtyři platformy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772400" y="34290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Sdílený kód pro iOS, watchOS, visionOS a macOS – co se sdílí a co ne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Cross-Platform Notes, simulátory watchOS a visionOS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Dokumentace Applu a referenční kód kurzu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WWDC25: Meet the Foundation Models framework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developer.apple.com/videos/wwdc2025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Foundation Models (framework)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developer.apple.com/documentation/foundationmodels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SystemLanguageModel.Availability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developer.apple.com/documentation/foundationmodels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Writing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Image Playground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developer.apple.com/documentation/imageplayground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Privacy manifest files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developer.apple.com/documentation/bundleresources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App Review Guidelines (1.2, 5.1)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developer.apple.com/app-store/review/guidelines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Referenční kód: Journal Summariser + eval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114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code/W10-Journal/AI/SummaryEval.swift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na slidech prošel typecheckem proti SDK macOS 27. Výstupy modelu na slidu 7 jsou skutečné, z Macu s macOS 27.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AI v aplikaci: Foundation Models a evaly</dc:title>
  <dc:subject>PptxGenJS Presentation</dc:subject>
  <dc:creator>Filip Vabroušek</dc:creator>
  <cp:lastModifiedBy>Filip Vabroušek</cp:lastModifiedBy>
  <cp:revision>1</cp:revision>
  <dcterms:created xsi:type="dcterms:W3CDTF">2026-10-13T15:59:44Z</dcterms:created>
  <dcterms:modified xsi:type="dcterms:W3CDTF">2026-10-13T15:59:44Z</dcterms:modified>
</cp:coreProperties>
</file>