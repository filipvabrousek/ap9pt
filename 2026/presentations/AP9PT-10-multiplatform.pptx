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Přednáška běží ve stejném týdnu jako lab týdne 12 (Cross-platform Notes). Skupiny A, B, C už lab mají za sebou – jejich nálezy jsou nejlepší materiál dnešní hodiny. D a E ho uvidí tento týden. Kvízy v semestru nejsou.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Nechat zvednout ruce (hlavně A, B, C). Odpověď až v části 3 u App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Číslování ověřené v Xcode 27 (xcodebuild -showsdks): iOS, macOS, watchOS, tvOS i visionOS mají SDK 27.0. Tabulka v lecture md (watchOS 12, visionOS 3) je zastaralá – Apple v roce 2025 sjednotil číslování podle roku (26), letos 27. iPadOS je samostatný systém od verze 13 (2019), SDK sdílí s 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Ověřeno typecheckem v Xcode 27: import AppKit na visionOS neprojde (no such module), UIViewRepresentable na visionOS projde – UIKit tam je pro 2D okna a kompatibilitu s iPad aplikacemi. Na watchOS UIKit jako modul existuje (UIColor, UIImage), ale bez UIView a UIViewRepresentable – UI se staví jen ve SwiftUI. Historicky WatchKit.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Myšlenka z původní přednášky o SwiftUI: rozhodování o vykreslení za běhu (runtime render decision). Toggle je dobrý příklad, protože na Macu je výchozí styl opravdu checkbox. Nevysvětlovat interní detaily renderu – jen princip: nepsat kód, který spoléhá na konkrétní UIKit třídu pod SwiftUI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Tabulka převzatá z dřívějšího srovnání SwiftUI × UIKit, přepsaná na dnešní API (@Observable místo ObservableObject). Zdůraznit řádek View: v UIKit view žije a mění se, ve SwiftUI je to popis, který se levně vytváří znovu – diffing podle id znají z ForEach.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Kód typecheckován pro iOS 27 a visionOS 27; pro watchOS stejný soubor neprojde (UIViewRepresentable tam není). To je přímý most k #if os(...) v části 2. pushViewController je jen ilustrace – v UIKit app s navigation controllerem.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Živě: přidat watchOS target do NotesXP-Demo, ukázat prázdný ContentView, zaškrtnout Note.swift a SharedContainer.swift v Target Membership, build. Watch je read-only: psaní na hodinkách = na nic. V Xcode 27 zkontrolovat přesný název volby pro iOS companion v šabloně watchOS App (⚠ scénář bod 7). Kritérium A10 z labu.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Živě: přepnout destinaci iPhone ↔ Watch a ukázat, který blok je vidět. Oproti lecture md je místo vlastní share() funkce ShareLink (existuje na iOS, macOS i visionOS, na watchOS taky – ale tam sdílení nechceme). Kód typecheckován pro iOS, macOS, watchOS i visionOS 27. Pravidlo: SwiftUI většinou udělá default samo.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Živě: Vision Pro simulátor, ornament dole; pak stejný build na iPhonu – nic. ImmersiveSpace(id:) jen zmínit, lab ho neučí. Ověřeno typecheckem v Xcode 27: snippet z lecture md (.windowStyle mimo #if) se pro iOS ani watchOS nepřeloží – 'windowStyle' is unavailable in iOS. Lecture md má .background(.regularMaterial, in: .capsule); na visionOS je přirozenější .glassBackgroundEffect() – obojí se přeloží. ⚠ scénář bod 4: pokud je v Supported Destinations „Apple Vision (Designed for iPad)“, nejde o nativní visionOS, os(visionOS) neplatí a ornament se neukáže nikde. Kód typecheckován pro visionOS 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Kód typecheckován pro macOS i iOS 27 (na iOS se #if blok vynechá). Pozor: scénář říká, že .commands na View se přeloží a nic nedělá – ověřeno typecheckem: na View chyba „has no member 'commands'“, je to modifikátor Scene. Reference code/W11-NotesXP/iOS/NotesXP_AP9PTApp.swift posílá místo @State Notification – ukázat jako jednu z možností, ne jedinou.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ModelConfiguration(groupContainer: .identifier(...)) je systémové API SwiftData (iOS 17+), typecheckováno pro iOS, macOS, watchOS i visionOS 27 – řeší ⚠ bod 2 scénáře. URL.applicationDirectoryURL(forSecurityApplicationGroupIdentifier:) z lecture md a promptu labu je vlastní private extension v code/W11-NotesXP/Shared/SharedContainer.swift nad FileManager.containerURL a vrací Optional. Ukázat jeho catch větev. Otázka do třídy: Co uvidí uživatel, když App Group chybí?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Tady vrátit otázku z 0. minuty: kdo měl prázdný Watch a proč. Nechat 2–3 lidi z A/B/C říct příčinu. Dvě možné příčiny: (1) App Group zaškrtnutá jen v iOS targetu, (2) i se správnou App Group iPhone a Watch kontejner nesdílí – jsou to dvě zařízení. Bod (2) je ⚠ bod 1 scénáře: pokud se na záloze potvrdil, říct na rovinu: Tohle je chyba v zadání, ne ve vašem kódu – a přesně proto testujeme dva simulátory. Změnu zadání labu (WatchConnectivity / CloudKit, nebo A3–A5 přepsat) rozhoduje vyučující, 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Kritéria z labu (LAB-11-NOTES.md, blok A). Pokud se potvrdí, že App Group přes zařízení nesdílí, A3–A5 na Watchi neprojdou nikomu – a to je správný výsledek testu, ne chyba studenta. A2 se dá splnit vždy: vypsat cestu na iPhonu i na Watchi a porovnat.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běží tento týden (týden 12); A, B, C už mají za sebou, D a E ho teprve uvidí. Tag lab-11-done a LAB-11-NOTES.md podle labs/11_Cross-Platform_port.md.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Připomenout: týdny 13 a 14 = semestrální projekt ve škole; termín obhajob bude v LMS. Ve scénáři je zmínka o pop quizu na začátku cvičení W12 – kvízy v semestru nejsou (rozhodnuto 12. 10.), proto na slidu není.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F0513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F0513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AP9PT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1272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Jedna aplikace, čtyři platformy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767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mobilní technologie  ·  FAI UTB  ·  ZS 2026/2027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Vabroušek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10  ·  1. 12.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Dnešní plán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Minule Foundation Models na jednom zařízení. Dnes jedna aplikace na čtyřech.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Platformy a frameworky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Šest Apple platforem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vs. UIKit a AppKit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je kombinovat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71416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25–65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Jeden codebase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5736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watchOS target a Target Membership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#if os(…)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visionOS ornament, macOS ⌘N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02752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77072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Sdílená data a úsudek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77072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Group a kde leží store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Tichá chyba: prázdný Watch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 multi-platform nedělat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Otázka na začátek: kdo na cvičení viděl na Watchi prázdný seznam? Odpověď si necháme na 70. minutu.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Platformy a frameworky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všude běží Swift – a čím se tam kreslí UI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Šest Apple platforem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číslo verze pro všechny: od roku 2025 podle roku (26), letos 27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01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468880" y="19385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vstup: dotyk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7249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platforma kurzu. Všechno, co jste dosud stavěli.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71416" y="1737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45736" y="1901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iPadOS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0216" y="19385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45736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vstup: dotyk, Pencil, klávesnice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45736" y="27249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Velký displej, víc oken vedle sebe, kurzor.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02752" y="1737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77072" y="1901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131552" y="19385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77072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vstup: myš, klávesnice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77072" y="27249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bar, zkratky, okna libovolné velikosti.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959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watchOS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468880" y="39959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434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vstup: dotyk, korunka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7823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 sekund pohledu: notifikace, zdraví, rychlý údaj.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71416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45736" y="3959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tvOS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00216" y="39959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45736" y="4434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vstup: ovladač, Siri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45736" y="47823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Sledování z gauče na deset stop. Ne tvorba.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302752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77072" y="3959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visionOS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131552" y="39959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Vision Pro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77072" y="4434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vstup: pohled, gesta rukou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577072" y="47823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Okna v prostoru, 3D obsah, ornamenty.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" y="59436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59436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Dnes čtyři z nich: iOS, watchOS, visionOS, macOS. Všechny v Xcode 27 se SDK verze 27.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Čím se na které platformě kreslí UI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všude. Pod ním starší framework té platformy – nebo nic.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SwiftUI  ·  jeden deklarativní zápis pro všech šest platforem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D1D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UIKit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UIView, UIViewController, Auto Layout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iPadOS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65044" y="27432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D1D2E"/>
          </a:solidFill>
          <a:ln/>
        </p:spPr>
      </p:sp>
      <p:sp>
        <p:nvSpPr>
          <p:cNvPr id="12" name="Text 10"/>
          <p:cNvSpPr/>
          <p:nvPr/>
        </p:nvSpPr>
        <p:spPr>
          <a:xfrm>
            <a:off x="3002204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UIKit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02204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stejné třídy, ovládání fokusem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65044" y="40233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5044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90008" y="27432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D1D2E"/>
          </a:solidFill>
          <a:ln/>
        </p:spPr>
      </p:sp>
      <p:sp>
        <p:nvSpPr>
          <p:cNvPr id="17" name="Text 15"/>
          <p:cNvSpPr/>
          <p:nvPr/>
        </p:nvSpPr>
        <p:spPr>
          <a:xfrm>
            <a:off x="5227168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AppKit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27168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NSView, NSWindow, menu bar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90008" y="40233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0008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4971" y="27432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2A2A3D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131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5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2131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UIView: UI jen přes SwiftUI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4971" y="40233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4971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39935" y="27432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2A2A3D"/>
          </a:solidFill>
          <a:ln/>
        </p:spPr>
      </p:sp>
      <p:sp>
        <p:nvSpPr>
          <p:cNvPr id="27" name="Text 25"/>
          <p:cNvSpPr/>
          <p:nvPr/>
        </p:nvSpPr>
        <p:spPr>
          <a:xfrm>
            <a:off x="9677095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UIKit jen 2D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77095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AppKit chybí, 3D přes RealityKit a SwiftUI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539935" y="40233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39935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visionOS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70916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 vznikl s App Storem (2008) jako framework řízený událostmi – okno, view, dotyky, hlavní smyčka. AppKit je jeho starší bratr z Macu. SwiftUI přišlo v roce 2019 jako jeden zápis pro všechny platformy.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Prakticky: kdo umí SwiftUI, napíše UI na všechny platformy. UIKit a AppKit potkáte ve starším kódu a v knihovnách.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SwiftUI není jen obal nad UIKit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Popíšete co. Jak se to vykreslí, rozhodne framework za běhu – podle platformy.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12121C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23744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Toggle("Wi-Fi",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isOn: $on)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zápis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4069080" y="2148840"/>
            <a:ext cx="1005840" cy="91440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66360" y="178308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4924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přepínač vpravo v řádku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flipV="1">
            <a:off x="4069080" y="3017520"/>
            <a:ext cx="1005840" cy="4572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265176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2651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zaškrtávací políčko (checkbox)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069080" y="3063240"/>
            <a:ext cx="1005840" cy="82296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352044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49240" y="3520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Watch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přepínač přes celou šířku řádku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069080" y="3063240"/>
            <a:ext cx="1005840" cy="169164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66360" y="438912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49240" y="4389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Pro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66560" y="4389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přepínač se zvýrazní pohledem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89720" y="1783080"/>
            <a:ext cx="2359152" cy="3429000"/>
          </a:xfrm>
          <a:prstGeom prst="roundRect">
            <a:avLst>
              <a:gd name="adj" fmla="val 3101"/>
            </a:avLst>
          </a:prstGeom>
          <a:solidFill>
            <a:srgbClr val="1D1D2E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1920240"/>
            <a:ext cx="2011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Žádná záruka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„Text = UILabel“.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Někde přes UIKit, jinde přes AppKit, jinde vlastním vykreslováním.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visionOS AppKit vůbec není.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5778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5778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je #if os(…) potřeba málokdy: většinu rozdílů mezi platformami SwiftUI vyřeší samo.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SwiftUI vs. UIKit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způsoby, jak říct totéž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603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0" y="164592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1153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Paradigma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560320" y="20574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deklarativní: popíšu, CO má být vidět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0" y="2057400"/>
            <a:ext cx="4236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imperativní: říkám, JAK view změnit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24328"/>
            <a:ext cx="10911535" cy="566928"/>
          </a:xfrm>
          <a:prstGeom prst="rect">
            <a:avLst/>
          </a:prstGeom>
          <a:solidFill>
            <a:srgbClr val="F5F5F7"/>
          </a:solidFill>
          <a:ln w="9525">
            <a:solidFill>
              <a:srgbClr val="DC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243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Stav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560320" y="26243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@State, @Binding, @Observable – UI se překreslí samo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0" y="2624328"/>
            <a:ext cx="4236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delegáty, KVO, notifikace – překreslení řídím já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1091153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912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560320" y="319125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VStack, HStack, ZStack, Grid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132320" y="3191256"/>
            <a:ext cx="4236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Layout, constraints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758184"/>
            <a:ext cx="10911535" cy="566928"/>
          </a:xfrm>
          <a:prstGeom prst="rect">
            <a:avLst/>
          </a:prstGeom>
          <a:solidFill>
            <a:srgbClr val="F5F5F7"/>
          </a:solidFill>
          <a:ln w="9525">
            <a:solidFill>
              <a:srgbClr val="DC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581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560320" y="375818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struct, hodnotový typ, levně se znovu vytváří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132320" y="3758184"/>
            <a:ext cx="4236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třída UIView, žije v paměti a mění se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25112"/>
            <a:ext cx="1091153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C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3251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560320" y="432511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 šest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32320" y="4325112"/>
            <a:ext cx="4236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iPadOS, tvOS (visionOS 2D)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10911535" cy="566928"/>
          </a:xfrm>
          <a:prstGeom prst="rect">
            <a:avLst/>
          </a:prstGeom>
          <a:solidFill>
            <a:srgbClr val="F5F5F7"/>
          </a:solidFill>
          <a:ln w="9525">
            <a:solidFill>
              <a:srgbClr val="DCD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Kdy sáhnout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560320" y="48920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nový kód, multi-platform, prototypy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32320" y="4892040"/>
            <a:ext cx="4236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starší app, chybějící API, jemná kontrola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58064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8064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AppKit na Macu je ve stejné roli jako UIKit: imperativní, třídy NSView a NSWindow.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Když SwiftUI nestačí: kombinace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směry existují – a agent je umí napsat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UIKit ve SwiftUI  →  UIViewRepresentable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852160" cy="3429000"/>
          </a:xfrm>
          <a:prstGeom prst="roundRect">
            <a:avLst>
              <a:gd name="adj" fmla="val 16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9424"/>
            <a:ext cx="54864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ActivityIndicator: UIViewRepresentable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isAnimating: Bool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makeUIView(context: Context)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UIActivityIndicatorView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UIActivityIndicatorView(style: .large)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updateUIView(_ view: UIActivityIndicatorView,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context: Context)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isAnimating ? view.startAnimating()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: view.stopAnimating()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169164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SwiftUI v UIKit  →  UIHostingController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2103120"/>
            <a:ext cx="4785055" cy="1188720"/>
          </a:xfrm>
          <a:prstGeom prst="roundRect">
            <a:avLst>
              <a:gd name="adj" fmla="val 461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249424"/>
            <a:ext cx="44192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vc = UIHostingController(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rootView: NotesView())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navigationController?.pushViewController(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vc, animated: true)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34747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3456432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make…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60920" y="3730752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vytvoří UIKit view jednou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66560" y="41148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60920" y="4096512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60920" y="4370832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volá se při každé změně stavu SwiftUI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47548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60920" y="4736592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…ViewControllerRepresentable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60920" y="5010912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totéž pro celý UIViewController (např. kamera)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Representable je jen pro iOS / iPadOS / tvOS / visionOS. Na Macu NSViewRepresentable, na Watchi nic – v multi-platform kódu patří do #if.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Jeden codebase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sdílí, co se liší a jak to v Xcode zapojit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se sdílí. Mění se tři věci.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kód – ale to, jak s ním člověk zachází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480560" y="2834640"/>
            <a:ext cx="3227832" cy="1280160"/>
          </a:xfrm>
          <a:prstGeom prst="roundRect">
            <a:avLst>
              <a:gd name="adj" fmla="val 7143"/>
            </a:avLst>
          </a:prstGeom>
          <a:solidFill>
            <a:srgbClr val="1D1D2E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2834640"/>
            <a:ext cx="3227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Note.swift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NotesView.swift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92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dotyk, malý displej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plný CRUD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59775" y="178308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34095" y="1892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34095" y="2286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myš a klávesnice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⌘N, menu bar, okna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0873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480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korunka, pár vteřin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čtení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59775" y="39776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34095" y="40873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34095" y="4480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pohled a ruce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ornament pod oknem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 flipH="1" flipV="1">
            <a:off x="3977640" y="2423160"/>
            <a:ext cx="457200" cy="68580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7754112" y="2423160"/>
            <a:ext cx="459943" cy="68580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3977640" y="3840480"/>
            <a:ext cx="457200" cy="73152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54112" y="3840480"/>
            <a:ext cx="459943" cy="73152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114800" y="178308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vstup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114800" y="2112264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velikost obrazovky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114800" y="2441448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 uživatel od zařízení čeká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Klíčová věta: view se sdílí. Mění se vstup, velikost obrazovky a co uživatel od zařízení čeká.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Přidání watchOS targetu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vytvoříte v Xcode, ne promptem – agent ho sám nezaloží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New → Target → watchOS → 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51176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55117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ID = rodič + .watchkitapp, s iOS companion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19272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41985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31927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Otevřít prázdný ContentView watchOS targetu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87368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1879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0873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Note.swift → Inspector → Target Membership → ✓ Watch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855464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95604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85546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 Watch: model je v obou targetech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zaškrtnout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86600" y="219456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12121C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Note.swift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 flipV="1">
            <a:off x="8869680" y="2240280"/>
            <a:ext cx="731520" cy="228600"/>
          </a:xfrm>
          <a:prstGeom prst="line">
            <a:avLst/>
          </a:prstGeom>
          <a:noFill/>
          <a:ln w="31750">
            <a:solidFill>
              <a:srgbClr val="34C75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46920" y="20116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4C7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4692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iOS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869680" y="2468880"/>
            <a:ext cx="731520" cy="320040"/>
          </a:xfrm>
          <a:prstGeom prst="line">
            <a:avLst/>
          </a:prstGeom>
          <a:noFill/>
          <a:ln w="31750">
            <a:solidFill>
              <a:srgbClr val="34C75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46920" y="25603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4C7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Watch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zkopírovat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86600" y="384048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2121C"/>
          </a:solidFill>
          <a:ln/>
        </p:spPr>
      </p:sp>
      <p:sp>
        <p:nvSpPr>
          <p:cNvPr id="35" name="Text 33"/>
          <p:cNvSpPr/>
          <p:nvPr/>
        </p:nvSpPr>
        <p:spPr>
          <a:xfrm>
            <a:off x="708660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Note.swift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0" y="4069080"/>
            <a:ext cx="457200" cy="914"/>
          </a:xfrm>
          <a:prstGeom prst="line">
            <a:avLst/>
          </a:prstGeom>
          <a:noFill/>
          <a:ln w="31750">
            <a:solidFill>
              <a:srgbClr val="FF453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46920" y="38404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4692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iOS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86600" y="438912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2121C"/>
          </a:solidFill>
          <a:ln/>
        </p:spPr>
      </p:sp>
      <p:sp>
        <p:nvSpPr>
          <p:cNvPr id="40" name="Text 38"/>
          <p:cNvSpPr/>
          <p:nvPr/>
        </p:nvSpPr>
        <p:spPr>
          <a:xfrm>
            <a:off x="7086600" y="4389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copy.swift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144000" y="4617720"/>
            <a:ext cx="457200" cy="914"/>
          </a:xfrm>
          <a:prstGeom prst="line">
            <a:avLst/>
          </a:prstGeom>
          <a:noFill/>
          <a:ln w="31750">
            <a:solidFill>
              <a:srgbClr val="FF453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646920" y="43891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4692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Watch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" y="58064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45" name="Text 43"/>
          <p:cNvSpPr/>
          <p:nvPr/>
        </p:nvSpPr>
        <p:spPr>
          <a:xfrm>
            <a:off x="960120" y="58064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Sdílet soubor = zaškrtnout, ne zkopírovat. Kopie je druhý model, který se tiše rozejde s prvním.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#if os(…): jen tam, kde opravdu musíte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Kód, který se pro danou platformu vůbec nepřeloží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3749040"/>
          </a:xfrm>
          <a:prstGeom prst="roundRect">
            <a:avLst>
              <a:gd name="adj" fmla="val 1463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30936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NoteDetailView: View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note: Note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VStack(alignment: .leading)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Text(note.title).font(.headline)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#if os(iOS) || os(macOS) || os(visionOS)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ShareLink(item: note.body)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#endif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#if os(watchOS)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Text("Sdílet jde na iPhonu").font(.footnote)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#endif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0" y="1828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os(iOS) · os(macOS)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0" y="221284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dál os(watchOS), os(visionOS), os(tvOS)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30175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kompilace, ne běh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0" y="340156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je mimo podmínku, v buildu vůbec není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35240" y="420624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4206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mrtvý kód nehlásí nic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0" y="45902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překlep v podmínce = blok zmizí všude, bez chyby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6072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76072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dokážete, že blok žije? Musíte ho VIDĚT na jedné platformě a NEVIDĚT na druhé (kritérium A8).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visionOS: okno v prostoru a ornament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Ornament = ovládací prvek připíchnutý k oknu zvenku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178040" cy="3931920"/>
          </a:xfrm>
          <a:prstGeom prst="roundRect">
            <a:avLst>
              <a:gd name="adj" fmla="val 139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81228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WindowGroup {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NotesView()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#if os(visionOS)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.ornament(attachmentAnchor: .scene(.bottom)) {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HStack {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Button("Obnovit", systemImage: "arrow.clockwise") { }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Button("Nová", systemImage: "plus") { }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.glassBackgroundEffect()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#endif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 os(visionOS)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.windowStyle(.automatic)   // nebo .volumetric pro 3D</a:t>
            </a:r>
            <a:endParaRPr lang="en-US" sz="12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46720" y="1783080"/>
            <a:ext cx="3520440" cy="2011680"/>
          </a:xfrm>
          <a:prstGeom prst="roundRect">
            <a:avLst>
              <a:gd name="adj" fmla="val 9091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DC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17830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NotesView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(okno)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393192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1D1D2E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0" y="3931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Obnovit   + Nová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0" y="45079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ornament na .scene(.bottom)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0" y="48463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Pozor: .windowStyle na iOS neexistuje – bez #if se iOS build nepřeloží.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Simulátor je 2D, skutečný prostor jen na Vision Pro.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Stejný build na iPhonu: žádný ornament. Na Vision Pro: ornament dole a dá se na něj kliknout (A7 + A8).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macOS: menu bar a ⌘N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Macu se ovládá klávesnicí – a uživatel to čeká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3794760"/>
          </a:xfrm>
          <a:prstGeom prst="roundRect">
            <a:avLst>
              <a:gd name="adj" fmla="val 1446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30936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@main struct NotesApp: App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@State private var showAdd = false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Scene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WindowGroup { NotesView(showAdd: $showAdd)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#if os(macOS)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.commands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CommandGroup(replacing: .newItem)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Button("Nová poznámka") { showAdd = true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.keyboardShortcut("n")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#endif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680960" y="1783080"/>
            <a:ext cx="3867912" cy="384048"/>
          </a:xfrm>
          <a:prstGeom prst="rect">
            <a:avLst/>
          </a:prstGeom>
          <a:solidFill>
            <a:srgbClr val="E8E8ED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78308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NotesXP    File    Edit    View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41080" y="2167128"/>
            <a:ext cx="2560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2240280"/>
            <a:ext cx="2468880" cy="329184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0" y="2240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Nová poznámka        ⌘N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0" y="2606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Window          ⌘W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32461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320040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.commands patří na Scene, ne na View. Na View se nepřeloží.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80960" y="40233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397764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replacing: .newItem nahradí systémové „New Window“.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475488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Dál: .frame(minWidth: 400), více oken přes Window scénu.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A9: build na My Mac, stisknout ⌘N → otevře se přidání poznámky, ne prázdné nové okno.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Sdílená data a úsudek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Všechny čtyři targety naběhnou. Vidí ale stejná data?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App Group: společný kontejner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→ App Groups → group.cz.utb.fai.notesxp – v KAŽDÉM targetu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3246120"/>
          </a:xfrm>
          <a:prstGeom prst="roundRect">
            <a:avLst>
              <a:gd name="adj" fmla="val 1690"/>
            </a:avLst>
          </a:prstGeom>
          <a:solidFill>
            <a:srgbClr val="12121C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30936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makeContainer() throws -&gt; ModelContainer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config = ModelConfiguration(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groupContainer: .identifier("group.cz.utb.fai.notesxp")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container = try ModelContainer(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for: Note.self, configurations: config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Důkaz pro A2: kde store opravdu leží?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print(container.configurations.first?.url.path() ?? "?")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container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 to umí samo – žádná vlastní extension nad URL.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1783080"/>
            <a:ext cx="3913632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v referenčním kódu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2377440"/>
            <a:ext cx="3474720" cy="1143000"/>
          </a:xfrm>
          <a:prstGeom prst="roundRect">
            <a:avLst>
              <a:gd name="adj" fmla="val 4000"/>
            </a:avLst>
          </a:prstGeom>
          <a:solidFill>
            <a:srgbClr val="12121C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24231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try ModelContainer(…)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{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try! ModelContainer(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for: Note.self)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365760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App Group chybí, chyba se spolkne a app tiše použije výchozí store.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uvidí uživatel? Funkční app s prázdnými daty. Žádná hláška.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76072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76072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Ticho vypadá úplně stejně jako úspěch. Proto cestu ke store vypisujeme a porovnáváme.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Tichá chyba: každý target má vlastní prázdný store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se přeloží, všechno naběhne – a přesto nesdílí nic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2103120" cy="329184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38100">
            <a:solidFill>
              <a:srgbClr val="1D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892808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1D1D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560320"/>
            <a:ext cx="1737360" cy="347472"/>
          </a:xfrm>
          <a:prstGeom prst="rect">
            <a:avLst/>
          </a:prstGeom>
          <a:solidFill>
            <a:srgbClr val="F5F5F7"/>
          </a:solidFill>
          <a:ln w="9525">
            <a:solidFill>
              <a:srgbClr val="DCD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560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971800"/>
            <a:ext cx="1737360" cy="347472"/>
          </a:xfrm>
          <a:prstGeom prst="rect">
            <a:avLst/>
          </a:prstGeom>
          <a:solidFill>
            <a:srgbClr val="F5F5F7"/>
          </a:solidFill>
          <a:ln w="9525">
            <a:solidFill>
              <a:srgbClr val="DC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971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383280"/>
            <a:ext cx="1737360" cy="347472"/>
          </a:xfrm>
          <a:prstGeom prst="rect">
            <a:avLst/>
          </a:prstGeom>
          <a:solidFill>
            <a:srgbClr val="F5F5F7"/>
          </a:solidFill>
          <a:ln w="9525">
            <a:solidFill>
              <a:srgbClr val="DC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Obhajoba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2240280"/>
            <a:ext cx="1645920" cy="1920240"/>
          </a:xfrm>
          <a:prstGeom prst="roundRect">
            <a:avLst>
              <a:gd name="adj" fmla="val 19444"/>
            </a:avLst>
          </a:prstGeom>
          <a:solidFill>
            <a:srgbClr val="1D1D2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2402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(prázdné)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554480" y="5257800"/>
            <a:ext cx="822960" cy="548640"/>
          </a:xfrm>
          <a:prstGeom prst="can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852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69080" y="5257800"/>
            <a:ext cx="822960" cy="548640"/>
          </a:xfrm>
          <a:prstGeom prst="can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5852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65960" y="5102352"/>
            <a:ext cx="914" cy="13716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80560" y="4206240"/>
            <a:ext cx="914" cy="1033272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697480" y="5166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5852160" y="1783080"/>
            <a:ext cx="5696712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26480" y="23774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Group sdílí kontejner jen mezi procesy na jednom zařízení</a:t>
            </a:r>
            <a:pPr indent="0" marL="0">
              <a:buNone/>
            </a:pPr>
            <a:r>
              <a:rPr lang="en-US" sz="15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app a její widget, app a rozšíření.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Watch, Mac a Vision Pro jsou jiná zařízení. </a:t>
            </a:r>
            <a:pPr indent="0" marL="0">
              <a:buNone/>
            </a:pPr>
            <a:r>
              <a:rPr lang="en-US" sz="15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simulátor je jiné zařízení než iPhone simulátor. Každý má vlastní kontejner, i když je App Group zaškrtnutá správně.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Přes zařízení vede jen synchronizace: </a:t>
            </a:r>
            <a:pPr indent="0" marL="0">
              <a:buNone/>
            </a:pPr>
            <a:r>
              <a:rPr lang="en-US" sz="15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CloudKit (SwiftData s iCloudem) nebo WatchConnectivity.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to dokázat: dva simulátory vedle sebe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na čtyřech destinacích nedokazuje, že vidí stejná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38528"/>
            <a:ext cx="777240" cy="402336"/>
          </a:xfrm>
          <a:prstGeom prst="roundRect">
            <a:avLst>
              <a:gd name="adj" fmla="val 13636"/>
            </a:avLst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3852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7830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leží v App Group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20640" y="1783080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vypsat cestu – obsahuje group.cz.utb.fai.notesxp, ne default.store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743200"/>
            <a:ext cx="777240" cy="402336"/>
          </a:xfrm>
          <a:prstGeom prst="roundRect">
            <a:avLst>
              <a:gd name="adj" fmla="val 13636"/>
            </a:avLst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58775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vidí data z iOS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2587752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a Watch simulátor současně, přidat na iPhonu, dívat se na Watch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47872"/>
            <a:ext cx="777240" cy="402336"/>
          </a:xfrm>
          <a:prstGeom prst="roundRect">
            <a:avLst>
              <a:gd name="adj" fmla="val 13636"/>
            </a:avLst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478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339242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nemá vlastní store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3392424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Watchi nic nepřidávám – prázdný seznam = ❌, ne „ještě se nenačetlo“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97096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52544"/>
            <a:ext cx="777240" cy="402336"/>
          </a:xfrm>
          <a:prstGeom prst="roundRect">
            <a:avLst>
              <a:gd name="adj" fmla="val 13636"/>
            </a:avLst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5254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419709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Smazání se propíše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4197096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smazat na iPhonu → na Watchi zmizí, nezůstane starý snímek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57216"/>
            <a:ext cx="777240" cy="402336"/>
          </a:xfrm>
          <a:prstGeom prst="roundRect">
            <a:avLst>
              <a:gd name="adj" fmla="val 13636"/>
            </a:avLst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5721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28800" y="500176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 nerozdvojil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0640" y="5001768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Note.swift má Target Membership ve všech targetech, žádná kopie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Dobré kritérium říká, co udělám a co musím vidět. „Data jsou sdílená“ se nedá ani ověřit, ani vyvrátit.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Kdy multi-platform NEdělat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 to agent napíše za pět minut, ještě neznamená, že to dává smysl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Primární verze není venku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Dokud app nežije na hlavní platformě, portování jen násobí chyby. Nejdřív jedna platforma pořádně.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71416" y="17830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45736" y="201168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1" name="Text 9"/>
          <p:cNvSpPr/>
          <p:nvPr/>
        </p:nvSpPr>
        <p:spPr>
          <a:xfrm>
            <a:off x="4745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45736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chce jiné UI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45736" y="347472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Komplikace, rychlý pohled, notifikace. Stejné view zmenšené na hodinky je špatný návrh – navrhněte ho zvlášť.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02752" y="17830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77072" y="201168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6" name="Text 14"/>
          <p:cNvSpPr/>
          <p:nvPr/>
        </p:nvSpPr>
        <p:spPr>
          <a:xfrm>
            <a:off x="8577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77072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Jiný use case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77072" y="347472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TV je na sledování, ne na psaní poznámek. Možná je to jiný produkt, ne další target.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4864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Psaní kódu už není práce. Prací je úsudek: na kterou platformu, s jakým UI a jak dokážu, že funguje.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tento týden: Cross-platform Notes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Specifikace → generace → ověřování → rozbíjení → oprava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Specifikace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783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F1–F5 + kritéria A1–A11 s postupem ověření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5877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5877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prompt, Claude Code na projektoru, vy sledujete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021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9242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Akceptační test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339242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A1–A11 klikáním, iPhone a Watch vedle sebe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9709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19709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Rozbij 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41970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hledat, co agent zvoral, change request s tagy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1149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0017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Oprava a review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83280" y="500176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cílený prompt, prošlo napodruhé?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593592" cy="3904488"/>
          </a:xfrm>
          <a:prstGeom prst="roundRect">
            <a:avLst>
              <a:gd name="adj" fmla="val 2036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Odevzdání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23774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lab-11-done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LAB-11-NOTES.md: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PRD s A1–A11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akceptační tabulka ✅ / ❌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snímky 4 platforem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nálezy z „Rozbij to“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review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Targety a App Groups zakládáte v Xcode sami – agent je v kódu nevytvoří.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 přijde příště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zapamatovat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6426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5146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na všech šesti platformách, UIKit/AppKit pod ním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05840" y="319125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632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Representable a UIHostingController pro kombinaci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373989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6118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Sdílet soubor = Target Membership, ne kopie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428853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6052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#if os(…) jen kde musíte – a ověřit, že blok žije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05840" y="483717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0916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visionOS ornament, macOS .commands na Scene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05840" y="53858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2578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Group = jedno zařízení; přes zařízení sync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98080" y="1783080"/>
            <a:ext cx="4050792" cy="4206240"/>
          </a:xfrm>
          <a:prstGeom prst="roundRect">
            <a:avLst>
              <a:gd name="adj" fmla="val 1806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Příští přednáška · 8. 12.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2377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TestFlight a distribuce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2400" y="333756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Poslední přednáška semestru: od buildu v Xcode k aplikaci na cizím iPhonu.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cvičení příští týden: vlastní iPhone s TestFlightem, jedna vaše app z W6–W11.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 a další čtení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zdarma, od Applu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Configuring a multiplatform app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52160" y="178308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developer.apple.com/…/xcode/configuring-a-multiplatform-app-target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Bringing your app to visionOS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2258568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developer.apple.com/documentation/visionos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340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ornament(attachmentAnchor:…)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2734056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developer.apple.com/documentation/swiftui/view/ornament(…)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commands(content:) a CommandGroup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320954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developer.apple.com/documentation/swiftui/commandgroup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850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ModelConfiguration.GroupContainer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368503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developer.apple.com/documentation/swiftdata/modelconfiguration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Configuring app groups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41605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developer.apple.com/documentation/xcode/configuring-app-groups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6360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UIViewRepresentable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4636008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developer.apple.com/documentation/swiftui/uiviewrepresentable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1114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Watch Connectivity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5111496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developer.apple.com/documentation/watchconnectivity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na slidech je typecheckovaný v Xcode 27 pro iOS, macOS, watchOS a visionOS. Referenční řešení: code/W11-NotesXP.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AP9PT – Jedna aplikace, čtyři platformy</dc:title>
  <dc:subject>PptxGenJS Presentation</dc:subject>
  <dc:creator>Filip Vabroušek</dc:creator>
  <cp:lastModifiedBy>Filip Vabroušek</cp:lastModifiedBy>
  <cp:revision>1</cp:revision>
  <dcterms:created xsi:type="dcterms:W3CDTF">2026-10-13T16:00:35Z</dcterms:created>
  <dcterms:modified xsi:type="dcterms:W3CDTF">2026-10-13T16:00:35Z</dcterms:modified>
</cp:coreProperties>
</file>