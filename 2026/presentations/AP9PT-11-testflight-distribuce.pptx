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Poslední přednáška semestru. Výjimka z pravidla „přednáška o týden napřed“: TestFlight lab vypadl (rozhodnuto 12. 10.), týdny 13 a 14 jsou semestrální projekt ve škole. Pipeline proto jen ukazuji jako demo. Pro jistotu mít v TestFlightu předem nahraný build demo app – processing během přednášky nemusí stihnout. Na konci 5–7 min: jak proběhne obhajoba.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Otázka do třídy: „Kdo už nainstaloval vlastní app z TestFlightu? Co bylo jinak než z Xcode?“
Ověřeno v Apple docs (říjen 2026): bezplatný Personal Team – App ID, zařízení i profily vyprší za 7 dní, max. 3 zařízení; TestFlight – 100 interních (jen uživatelé App Store Connect týmu), 10 000 externích, build 90 dní, první build pro externí skupinu jde do App Review. Enterprise jen pro firmy se 100+ zaměstnanci a jen in-house.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Ceny ověřené na developer.apple.com/programs/enroll a /programs/enterprise (říjen 2026): Developer Program 99 USD za rok (v lokální měně se liší), Enterprise 299 USD za rok. Organizace potřebuje D-U-N-S (vládní instituce ne). Akreditované vzdělávací instituce a neziskovky mohou žádat o odpuštění poplatku.
Říct, co plyne ze sdíleného týmu: kdo je v týmu, ten vidí app záznamy ostatních; po semestru studenty z týmu odebírám.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starší slidy o nástrojích Xcode: simulátor je rychlý a umí simulovat polohu nebo notifikace, ale je to Mac, ne telefon. Reálné zařízení ukáže výkon a senzory. A čistá instalace ukáže to, co uvidí cizí člověk. Archive staví ve výchozím schématu konfiguraci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otevřít PrivacyInfo.xcprivacy demo app (code/W12-TestFlight/PrivacyInfo.xcprivacy) a ukázat Target Membership v File inspectoru.
Otázka: „Journal z týdne 11 s Foundation Models – co do Collected Data Types? A kdyby volal externí LLM?“ (On-device → nic ven; externí → UserContent + účel AppFunctionality.)
Ověřeno: Apple News 29. 2. 2024 – od 1. 5. 2024 musí nový nebo aktualizovaný upload uvádět schválené důvody; CA92.1 = přístup k údajům, které zapsala tatáž app. Platí i pro SDK třetích stran ze seznamu Applu.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App Store Connect → demo app → App Privacy. Projít dotazník (Data Collection) a ukázat, jak se z odpovědí složí štítek. Za obsah odpovídá vývojář – Apple ho při review jen namátkově porovná s chováním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uživatele: kontrola nad tím, kdo sleduje jeho aktivitu; po odmítnutí dostává IDFA nuly. Pro vývojáře: dialog jen se skutečným důvodem, vše deklarovat v manifestu i labelu. Kód je typecheckovaný (Swift 6, macOS 26 SDK).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Odpověď: Archive staví pro skutečné zařízení – cíl „Any iOS Device (arm64)“. Simulátorový build je pro Mac, do App Store Connect ho nahrát nejde.
Bez placeného účtu: Personal Team, jen vlastní zařízení, podpis vyprší za 7 dní, žádný TestFlight. V kurzu sdílený instruktorský tým.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Product → Archive (Any iOS Device) → Organizer → Distribute App → App Store Connect → Upload. V App Store Connect → TestFlight ukázat PŘEDEM nahraný build, živý nechat procesovat.
Archive v Xcode používá ve výchozím schématu konfiguraci Release, není nutné ji přepínat ručně – ale ověřit v Edit Scheme →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Nechat 2–3 studenty říct, co jim na čistém zařízení spadlo nebo naběhlo do prázdna (pokud někdo zkoušel TestFlight sám). Jinak ukázat na demo app.
Spojit s obhajobou: otázka „Co app dělá bez sítě / s prázdnými daty / po odmítnutí oprávnění?“ je v bance otázek.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Snippet typecheckovaný (Swift 6, macOS 26 SDK). Na obhajobě je v bance otázka: „Je tu někde #if DEBUG? Co by uviděl tester z TestFlightu, kdyby tam nebyl?“
Častá chyba z praxe: do App Storu se dostanou neošetřená debug tlačítka – hledat je grepem podle popisku tlačítka, ne podle názvu structu.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Store Connect = appstoreconnect.apple.com (dřívější název iTunes Connect už neplatí). Údaj o rychlosti review je z developer.apple.com/distribute/app-review (ověřeno v říjnu 2026). Subtitle, keywords a screenshoty se mění jen s novou verzí – opravy listingu se balí do dalšího submitu. Promotional text jde změnit kdykoli.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Plné znění: developer.apple.com/app-store/review/guidelines. Pět sekcí: Safety, Performance, Business, Design, Legal. Bod 1.2 (user-generated content) vyžaduje filtrování, nahlášení a blokování – u generativní AI to Apple uplatňuje i na generovaný obsah. Bod 4.2 Minimum Functionality je důvod zamítání tenkých webview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checklistu z code/W12-TestFlight/submission-checklist.md. Důvody zamítnutí spojují starší checklist (metadata, privacy policy, demo účet, pády) s novými (Required Reason API, externí AI). Zásady ochrany osobních údajů (privacy policy URL) jsou v App Store Connect povinné pro každou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Podle scénáře obhajob (2026-12-15_scenar-tyden-14-obhajoby.md): 10 min, další student se připravuje během předchozí obhajoby (app spuštěná, eval připravený). Otázky vždy nad jeho kódem, jedna z bloků A, B, C.
Hodnotí se specifikace a architektura, důkaz o ověření, čtení kódu a review, funkčnost – váhy podle schématu, které musí být rozhodnuté a oznámené nejpozději dnes. Obhajoby jsou mimo výukové týdny (nejspíš zkouškové období) – termíny vypsat v LMS do Pá 11. 12.
Doplňkově: bonusová přednáška In-App Agent (13_In_App_Agent…) jako samostudium, na obhajobě se nevyžaduje.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Další přednáška už není. Na cvičení v týdnech 13 a 14 vzniká projekt ve škole (doma Mac nemáte). REVIEW.md = co agent zvoral a jak jste to ověřili – podklad k obhajobě.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TestFlight, App Store a distribuce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přednáška  ·  8. 12.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semestr jste app spouštěli z Xcode. Dnes cesta k člověku, který Xcode nemá.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Kudy k lidem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cesty distribuce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Vývojářské účty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Simulátor, iPhone, čistá instalace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2599" y="17830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6919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369691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1279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12–40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96919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Soukromí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96919" y="32004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Nutrition Label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Tracking Transparency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5118" y="17830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438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794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73798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943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Podpis a TestFlight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79438" y="32004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signing a provisioning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→ Upload → testeři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Čistá instalace, #if DEBUG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87638" y="17830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1958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Text 22"/>
          <p:cNvSpPr/>
          <p:nvPr/>
        </p:nvSpPr>
        <p:spPr>
          <a:xfrm>
            <a:off x="926195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56318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70–95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6195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a konec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261958" y="32004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 a review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 důvody zamítnutí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proběhne obhajoba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věta dne: build, který si cizí člověk nainstaluje na čistý iPhone, se chová jinak než ten z Xcode.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Kudy se app dostane k lidem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cesty, tři typy účtů a jeden rozdíl, na který se zapomíná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distribuce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cesty, jak iOS app dostat na cizí zařízení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Xcode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vy, kabel nebo Wi-Fi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bezplatným účtem jen pár vlastních zařízení. Podpis vyprší za 7 dní, pak znovu z Xcode.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2599" y="178308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2599" y="1783080"/>
            <a:ext cx="2560320" cy="9144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0" name="Text 8"/>
          <p:cNvSpPr/>
          <p:nvPr/>
        </p:nvSpPr>
        <p:spPr>
          <a:xfrm>
            <a:off x="3651199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TestFlight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1199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testeři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1199" y="28803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 100 interních (členové týmu) a 10 000 externích. Build vydrží 90 dní. Externí potřebují krátké review.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05118" y="178308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5118" y="1783080"/>
            <a:ext cx="2560320" cy="9144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33718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33718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kdokoli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3718" y="28803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Veřejná distribuce od roku 2008. Každá verze prochází App Review.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87638" y="178308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16238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Firemní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16238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Enterprise, MDM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16238" y="28803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Registrovaná zařízení nebo interní app pro zaměstnance. Do App Storu nevede.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5321808"/>
            <a:ext cx="10362895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blíž k vývoji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8415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blíž k cizím lidem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váš projekt dávají smysl dvě: TestFlight a App Store.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typy vývojářských účtů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který dovolí – ověřeno na developer.apple.com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520440" cy="91440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účet zdarma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USD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2688" y="3191256"/>
            <a:ext cx="100584" cy="100584"/>
          </a:xfrm>
          <a:prstGeom prst="ellipse">
            <a:avLst/>
          </a:prstGeom>
          <a:solidFill>
            <a:srgbClr val="6E6E7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Xcode, simulátory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3721608"/>
            <a:ext cx="100584" cy="100584"/>
          </a:xfrm>
          <a:prstGeom prst="ellipse">
            <a:avLst/>
          </a:prstGeom>
          <a:solidFill>
            <a:srgbClr val="6E6E7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iPhone (Personal Team)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4251960"/>
            <a:ext cx="100584" cy="100584"/>
          </a:xfrm>
          <a:prstGeom prst="ellipse">
            <a:avLst/>
          </a:prstGeom>
          <a:solidFill>
            <a:srgbClr val="6E6E7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239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 platí 7 dní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4782312"/>
            <a:ext cx="100584" cy="100584"/>
          </a:xfrm>
          <a:prstGeom prst="ellipse">
            <a:avLst/>
          </a:prstGeom>
          <a:solidFill>
            <a:srgbClr val="6E6E7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542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TestFlightu a App Storu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71416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71416" y="1783080"/>
            <a:ext cx="3520440" cy="9144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4745736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Developer Program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45736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USD / rok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64024" y="319125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64024" y="372160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a App Store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64024" y="425196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5" name="Text 23"/>
          <p:cNvSpPr/>
          <p:nvPr/>
        </p:nvSpPr>
        <p:spPr>
          <a:xfrm>
            <a:off x="4974336" y="41239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jednotlivec: pod vaším jménem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64024" y="478231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7" name="Text 25"/>
          <p:cNvSpPr/>
          <p:nvPr/>
        </p:nvSpPr>
        <p:spPr>
          <a:xfrm>
            <a:off x="4974336" y="46542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organizace: potřebuje číslo D-U-N-S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02752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02752" y="1783080"/>
            <a:ext cx="3520440" cy="91440"/>
          </a:xfrm>
          <a:prstGeom prst="rect">
            <a:avLst/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072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Program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77072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USD / rok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95360" y="3191256"/>
            <a:ext cx="100584" cy="100584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8805672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 app pro zaměstnance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95360" y="3721608"/>
            <a:ext cx="100584" cy="100584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35" name="Text 33"/>
          <p:cNvSpPr/>
          <p:nvPr/>
        </p:nvSpPr>
        <p:spPr>
          <a:xfrm>
            <a:off x="8805672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distribuce přes MDM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95360" y="4251960"/>
            <a:ext cx="100584" cy="100584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37" name="Text 35"/>
          <p:cNvSpPr/>
          <p:nvPr/>
        </p:nvSpPr>
        <p:spPr>
          <a:xfrm>
            <a:off x="8805672" y="41239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se 100+ zaměstnanci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95360" y="4782312"/>
            <a:ext cx="100584" cy="100584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39" name="Text 37"/>
          <p:cNvSpPr/>
          <p:nvPr/>
        </p:nvSpPr>
        <p:spPr>
          <a:xfrm>
            <a:off x="8805672" y="46542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App Storu nevede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56692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kurzu: sdílený instruktorský tým. Vlastní placený účet na projekt nepotřebujete.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Simulátor, iPhone z Xcode, iPhone z TestFlightu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prostředí – a jen to poslední vidí váš uživatel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0" y="1737360"/>
            <a:ext cx="2468880" cy="45720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2468880" cy="45720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z Xcode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1737360"/>
            <a:ext cx="2496312" cy="457200"/>
          </a:xfrm>
          <a:prstGeom prst="roundRect">
            <a:avLst>
              <a:gd name="adj" fmla="val 10000"/>
            </a:avLst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0" y="17373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čistá instalace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042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 vývoje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0" y="230428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3042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zůstávají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30428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3042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zůstávají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2304288"/>
            <a:ext cx="2496312" cy="548640"/>
          </a:xfrm>
          <a:prstGeom prst="roundRect">
            <a:avLst>
              <a:gd name="adj" fmla="val 8333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230428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žádná – první spuštění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944368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9443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oprávnění (poloha, notifikace)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0" y="294436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294436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jednou povolená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94436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94436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jednou povolená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61120" y="2944368"/>
            <a:ext cx="2496312" cy="548640"/>
          </a:xfrm>
          <a:prstGeom prst="roundRect">
            <a:avLst>
              <a:gd name="adj" fmla="val 8333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0848" y="294436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uvidí poprvé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584448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58444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57600" y="358444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358444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358444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58444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61120" y="3584448"/>
            <a:ext cx="2496312" cy="548640"/>
          </a:xfrm>
          <a:prstGeom prst="roundRect">
            <a:avLst>
              <a:gd name="adj" fmla="val 8333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0848" y="358444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224528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2245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tlačítka bez #if DEBUG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657600" y="422452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4224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vy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422452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42245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vy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961120" y="4224528"/>
            <a:ext cx="2496312" cy="548640"/>
          </a:xfrm>
          <a:prstGeom prst="roundRect">
            <a:avLst>
              <a:gd name="adj" fmla="val 8333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70848" y="422452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každý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4864608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486460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senzory, výkon, síť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3657600" y="486460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67328" y="486460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simulované, Mac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4864608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486460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skutečné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961120" y="4864608"/>
            <a:ext cx="2496312" cy="548640"/>
          </a:xfrm>
          <a:prstGeom prst="roundRect">
            <a:avLst>
              <a:gd name="adj" fmla="val 8333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70848" y="486460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skutečné, bez debuggeru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51" name="Text 49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Spuštění z Xcode neruší data ani oprávnění z vývoje. Proto se testuje čistá instalace.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Soukromí: manifest a štítek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app dělá s daty – jednou pro Apple, jednou pro uživatele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Manifest: PrivacyInfo.xcprivacy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 v projektu. Bez důvodů pro Required Reason API se build od 1. 5. 2024 nenahraje.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77272" y="457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1772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309360" cy="3794760"/>
          </a:xfrm>
          <a:prstGeom prst="roundRect">
            <a:avLst>
              <a:gd name="adj" fmla="val 1446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9384"/>
            <a:ext cx="594360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&lt;key&gt;NSPrivacyTracking&lt;/key&gt;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&lt;false/&gt;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&lt;key&gt;NSPrivacyAccessedAPITypes&lt;/key&gt;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&lt;array&gt;&lt;dict&gt;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&lt;key&gt;NSPrivacyAccessedAPIType&lt;/key&gt;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&lt;string&gt;…CategoryUserDefaults&lt;/string&gt;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&lt;key&gt;NSPrivacyAccessedAPITypeReasons&lt;/key&gt;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&lt;array&gt;&lt;string&gt;CA92.1&lt;/string&gt;&lt;/array&gt;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&lt;/dict&gt;&lt;/array&gt;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&lt;key&gt;NSPrivacyCollectedDataTypes&lt;/key&gt;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&lt;array&gt;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prázdné: nic neposíláme ven --&gt;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&lt;/array&gt;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Reason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UserDefaults, časové značky souborů, místo na disku… Deklarujete proč. CA92.1 = data jen vlastní app.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276148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2743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31089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jen při sledování napříč app a weby (IDFA, reklamní sítě).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37216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3703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 Types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0" y="40690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posíláte ven. On-device Foundation Models: nic. Externí LLM: UserContent.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69480" y="46817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0" y="4663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Membership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0" y="50292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 musí patřit do targetu. Jinak v buildu vůbec není.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7607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7607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který tvrdí nulový sběr, zatímco app posílá text do cizího API, se nahraje bez problémů. Je to prostě lež.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Nutrition Label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App Privacy na stránce v App Storu. Vyplňuje se v App Store Connect, ne v Xcode.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77272" y="457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1772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3520440" cy="9144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 to Track You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Identifikátory pro sledování napříč app a weby (IDFA).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projekt: typicky nic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71416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71416" y="1783080"/>
            <a:ext cx="3520440" cy="9144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Linked to You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45736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spojená s identitou: e-mail, telefon, poloha s účtem.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5736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s přihlášením: e-mail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783080"/>
            <a:ext cx="3520440" cy="9144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 Linked to You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77072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Anonymní data: crash logy, diagnostika bez identity.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77072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Anonymní crash reporty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09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PrivacyInfo.xcprivacy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212080" y="47091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4709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Privacy v App Store Connect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47091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Musí odpovídat tomu, co app opravdu dělá.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7607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7607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 manifest musí říkat totéž. Když se rozcházejí, je jedno z nich lež.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Tracking Transparency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iOS 14.5: sledování napříč app a weby jen se souhlasem uživatele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 dialog potřebujete, když app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 reklamní identifikátor (IDFA)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používá reklamní SDK třetích stran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posílá data jiným firmám kvůli profilování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text důvodu v Info.plist: NSUserTrackingUsageDescription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5422392" cy="2011680"/>
          </a:xfrm>
          <a:prstGeom prst="roundRect">
            <a:avLst>
              <a:gd name="adj" fmla="val 272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29384"/>
            <a:ext cx="5056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AppTrackingTransparency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askForTracking() async -&gt; Bool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status = await ATTrackingManager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.requestTrackingAuthorization()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status == .authorized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977640"/>
            <a:ext cx="54223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váš projekt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Netrackuje: NSPrivacyTracking = false, žádný ATT dialog, v labelu „Data Used to Track You“ prázdné.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6692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otázka na agenta: proč by app bez reklam potřebovala ATT? Když ho agent přidá „pro jistotu“, ven s ním.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Podpis a TestFlight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Archive k iPhonu, který nikdy neviděl Xcode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signing a provisioning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spustí jen podepsanou app. Xcode to dnes zařídí sám.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77272" y="457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1772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842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Signing &amp; Capabilities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vybrat Team (v kurzu instruktorský)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898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manage signing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zapnout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03250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9227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vytvoří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2885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certifikát + provisioning profile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Certifikát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podepsal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23960" y="2221992"/>
            <a:ext cx="640080" cy="630936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0" y="280720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32644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identifier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V="1">
            <a:off x="8823960" y="2852928"/>
            <a:ext cx="640080" cy="393192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3831336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922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Zařízení / účel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4288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vývoj, TestFlight, App Store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8823960" y="2852928"/>
            <a:ext cx="640080" cy="141732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09760" y="2331720"/>
            <a:ext cx="2039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0" y="233172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profile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51663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1663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Kontrolní otázka: proč Archive nejde, když je nahoře vybraný simulátor?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TestFlight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kroků od Xcode k testerovi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77272" y="457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1772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iOS Device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konfigurace Release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42616" y="2834640"/>
            <a:ext cx="26517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44368" y="182880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1D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27248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27248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46904" y="2834640"/>
            <a:ext cx="26517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48656" y="182880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31536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1536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build zkontroluje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(minuty až desítky minut)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51192" y="2834640"/>
            <a:ext cx="26517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52944" y="182880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7735824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35824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Testeři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35824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 hned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po review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55480" y="2834640"/>
            <a:ext cx="26517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57232" y="182880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0513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40112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40112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→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→ Install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CFBundleVersion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74720" y="4114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upload musí mít vyšší číslo buildu – jinak ho App Store Connect odmítne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vydrží 90 dní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ho testeři nespustí, nahrát nový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5029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 testeři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5029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členové týmu v App Store Connect, max. 100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56692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 testování nepotřebuje App Review. Proto je TestFlight nejrychlejší cesta k cizímu iPhonu.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Čistá instalace: test, který z Xcode neuděláte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zrcadleném iPhonu, odpojeném od Macu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77272" y="4572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1772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920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Smazat app z iPhonu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7889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Nainstalovat z TestFlightu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57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Odpojit od Macu, otevřít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4526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89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Projít hlavní flow jako cizí člověk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89320" y="1783080"/>
            <a:ext cx="5559552" cy="3383280"/>
          </a:xfrm>
          <a:prstGeom prst="roundRect">
            <a:avLst>
              <a:gd name="adj" fmla="val 2162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typicky ukáže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prázdná obrazovka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počítala s daty z vývoje, prázdný stav nikdo nenavrhl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oprávnění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355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se objeví poprvé – a co když uživatel odmítne?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3749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Xcode jste ho viděli jednou, před měsícem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6364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tlačítka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„Smazat vše“ vidí každý tester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4864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4864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Spuštění z Xcode neruší data ani oprávnění z vývoje. Uživatel začíná vždycky od nuly.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ovládání patří za #if DEBUG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build ho pak vůbec neobsahuje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703320"/>
          </a:xfrm>
          <a:prstGeom prst="roundRect">
            <a:avLst>
              <a:gd name="adj" fmla="val 1481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21792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SettingsView: View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@AppStorage("onboardingDone") private var done = false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#if DEBUG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Section("Jen pro vývoj")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Button("Znovu ukázat onboarding")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done = false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#endif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7830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38160" y="2167128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 Xcode: sekce je vidět.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3063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30632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3447288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pro TestFlight a App Store: kód se vůbec nepřeloží.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4343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43434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diffu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4727448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rád přidá „Reset“ nebo „Load sample data“ přímo do UI. Hledejte podle textu tlačítka, ne podle názvu view.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Skutečný případ: aplikace v App Storu už vyšla s testovacími tlačítky. Stačí jedno zapomenuté.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a konec semestru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checklist – a jak proběhne obhajoba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a App Store Connect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Store: distribuční kanál Applu od roku 2008, jen aplikace a hry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39112" y="2148840"/>
            <a:ext cx="21945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86000" y="17830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93592" y="2148840"/>
            <a:ext cx="21945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7830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 screenshoty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21945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92240" y="17830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830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4112" y="2148840"/>
            <a:ext cx="21945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17830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Review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28632" y="2148840"/>
            <a:ext cx="21945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17830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Vydání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Connect – co v něm najdete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32461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Záznam app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název, bundle ID, kategorie, věkové hodnocení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71416" y="32461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0016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0016" y="36850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buildy, interní a externí testeři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02752" y="32461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31352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a dostupnost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31352" y="36850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zdarma / placená, země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2519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325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Privacy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8680" y="4690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71416" y="42519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0016" y="4325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Analytika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00016" y="4690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stažení, pády, prodeje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02752" y="42519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31352" y="4325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531352" y="46908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stav, zprávy od reviewera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54406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" y="54406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podle Applu: obvykle aspoň polovina žádostí do 24 h, 90 % do 48 h. Vydání pak ručně, nebo automaticky.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Review Guidelines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oblastí pravidel. Porušení kterékoli = zamítnutí.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Bezpečnost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obsah, děti, soukromí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2928" y="17830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35808" y="21762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Výkon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35808" y="25603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úplnost, pády, pravdivá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65776" y="17830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5248656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8656" y="21762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Obchod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48656" y="25603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nákupy v app, předplatné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78624" y="17830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61504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61504" y="21762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61504" y="25603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funkčnost, žádné kopie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91472" y="17830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74352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74352" y="21762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Právo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74352" y="25603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ochrana dat, duševní vlastnictví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1091153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383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app, na které si review dnes dává pozor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0120" y="3886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2588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generuje obsah bez moderace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42245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 musí umět nahlásit nevhodný výstup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3886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1228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Tenký obal webu (webview)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12280" y="42245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nepřidává nic, co by nedal web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46360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32588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325880" y="49743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slova a název naplněné cizími značkami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46520" y="46360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81228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slibuje víc, než app umí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812280" y="49743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funkce na obrázku v app chybí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projekt má AI funkci: co se stane, když model vrátí nesmysl nebo nevhodný text? To je otázka reviewera i obhajoby.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stisknete Submit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checklist: code/W12-TestFlight/submission-checklist.md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41401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3317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v targetu, důvody vyplněné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80720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7249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 v App Store Connect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20040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1181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ikona 1024 × 1024 bez průhlednosti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3593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511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screenshoty ze skutečné app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398678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9044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popis, klíčová slova, Support URL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43799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297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věkové hodnocení (dotazník)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77316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6908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Review Information: kontakt, demo účet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516636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0840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vybraný build, otestovaný z TestFlightu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1783080"/>
            <a:ext cx="4599432" cy="3840480"/>
          </a:xfrm>
          <a:prstGeom prst="roundRect">
            <a:avLst>
              <a:gd name="adj" fmla="val 1905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Časté důvody zamítnutí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377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pád hned po spuštění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88950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28895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přihlášení bez demo účtu pro reviewera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34015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8952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chybí zásady ochrany osobních údajů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391363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0" y="3913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neúplná nebo klamavá metadata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442569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89520" y="44256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chybí důvod pro Required Reason 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937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89520" y="4937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AI bez deklarace v labelu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Zamítnutí není konec: přečíst zprávu reviewera, opravit, poslat znovu.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proběhne obhajoba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 na školním Macu nad verzí odevzdanou v týdnu 14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45434" cy="868680"/>
          </a:xfrm>
          <a:prstGeom prst="rect">
            <a:avLst/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0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908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app dělá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1234" y="1783080"/>
            <a:ext cx="3227741" cy="868680"/>
          </a:xfrm>
          <a:prstGeom prst="rect">
            <a:avLst/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1822674" y="1828800"/>
            <a:ext cx="30905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2674" y="2148840"/>
            <a:ext cx="30905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hlavní flow, restart, App Intent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04694" y="1783080"/>
            <a:ext cx="1591010" cy="868680"/>
          </a:xfrm>
          <a:prstGeom prst="rect">
            <a:avLst/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5096134" y="1828800"/>
            <a:ext cx="14538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4–5,5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96134" y="2148840"/>
            <a:ext cx="1453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5+ golden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41424" y="1783080"/>
            <a:ext cx="3773317" cy="86868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6732864" y="1828800"/>
            <a:ext cx="36361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5,5–9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2864" y="2148840"/>
            <a:ext cx="36361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 nad vaším kódem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460462" y="1783080"/>
            <a:ext cx="1045434" cy="868680"/>
          </a:xfrm>
          <a:prstGeom prst="rect">
            <a:avLst/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51902" y="1828800"/>
            <a:ext cx="90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51902" y="2148840"/>
            <a:ext cx="908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zápis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Čtení vlastního kódu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„Kdo vlastní model? Proč tady @State, a ne @Bindable?“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71416" y="2880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30175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94376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Ověření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0016" y="36118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„Jak víš, že persistence funguje? Umí eval selhat?“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02752" y="2880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31352" y="30175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1" name="Text 29"/>
          <p:cNvSpPr/>
          <p:nvPr/>
        </p:nvSpPr>
        <p:spPr>
          <a:xfrm>
            <a:off x="853135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25712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agent zvoral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31352" y="36118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„Kód, který se přeložil, ale byl špatně. Jak jsi to zjistil?“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4800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musí mít: SwiftUI  ·  @Observable nebo SwiftData  ·  AI funkci s evalem (≥ 5 golden cases)  ·  ≥ 1 App Intent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„To napsal agent“ je v pořádku. „Nevím, co to dělá“ v pořádku není. Odpovídáte v Xcode: soubor a řádek.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Termíny obhajob vyjdou v LMS. Slidy nenoste – obhajujete kód, ne prezentaci.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dneška i z celého semestru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má jeden zdroj pravdy: @State, @Binding, @Observable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přežijí restart: SwiftData; síť přes async/await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funkci měří eval, ne dojem z jednoho běhu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Intent: app funguje i mimo app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píše, vy čtete diff a ověřujete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Čistá instalace, #if DEBUG, pravdivý manifest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bude dál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Semestrální projekt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13 (7.–10. 12.): PRD a práce s Claude Code ve škole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14 (14.–17. 12.): dokončení, REVIEW.md, odevzdání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Obhajoby: termín oznámím v LMS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od Applu, zdarma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TestFlight overview (App Store Connect Help)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developer.apple.com/help/app-store-connect/test-a-beta-version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Distributing your app for beta testing and releases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developer.apple.com/documentation/xcode/distributing-…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Privacy manifest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developer.apple.com/documentation/bundleresources/privacy-…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Describing use of required reason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developer.apple.com/documentation/bundleresources/describing-…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 privacy details on the App Store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developer.apple.com/app-store/app-privacy-details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 Tracking Transparency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developer.apple.com/documentation/apptrackingtransparency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 Review Guidelines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developer.apple.com/app-store/review/guidelines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Choosing a membership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developer.apple.com/support/compare-memberships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a limity ověřené na developer.apple.com v říjnu 2026. Checklist a manifest: code/W12-TestFlight.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TestFlight, App Store a distribuce</dc:title>
  <dc:subject>PptxGenJS Presentation</dc:subject>
  <dc:creator>Filip Vabroušek</dc:creator>
  <cp:lastModifiedBy>Filip Vabroušek</cp:lastModifiedBy>
  <cp:revision>1</cp:revision>
  <dcterms:created xsi:type="dcterms:W3CDTF">2026-10-13T16:00:35Z</dcterms:created>
  <dcterms:modified xsi:type="dcterms:W3CDTF">2026-10-13T16:00:35Z</dcterms:modified>
</cp:coreProperties>
</file>